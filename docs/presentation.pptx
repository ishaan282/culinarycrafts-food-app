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70" r:id="rId5"/>
    <p:sldId id="259" r:id="rId6"/>
    <p:sldId id="269" r:id="rId7"/>
    <p:sldId id="261" r:id="rId8"/>
    <p:sldId id="262" r:id="rId9"/>
    <p:sldId id="271" r:id="rId10"/>
    <p:sldId id="273" r:id="rId11"/>
    <p:sldId id="274" r:id="rId12"/>
    <p:sldId id="263" r:id="rId13"/>
    <p:sldId id="272" r:id="rId14"/>
    <p:sldId id="264" r:id="rId15"/>
  </p:sldIdLst>
  <p:sldSz cx="9144000" cy="6858000" type="screen4x3"/>
  <p:notesSz cx="9144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32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9</a:t>
            </a:fld>
            <a:endParaRPr lang="en-US"/>
          </a:p>
        </p:txBody>
      </p:sp>
    </p:spTree>
    <p:extLst>
      <p:ext uri="{BB962C8B-B14F-4D97-AF65-F5344CB8AC3E}">
        <p14:creationId xmlns:p14="http://schemas.microsoft.com/office/powerpoint/2010/main" val="346880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Footer Placeholder 4">
            <a:extLst>
              <a:ext uri="{7E63DD45-CC51-4F78-BABB-1264CF0E28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F2FB918-20DE-4564-BCE0-CBCD6011E7F0}"/>
              </a:ext>
            </a:extLst>
          </p:cNvPr>
          <p:cNvSpPr>
            <a:spLocks noGrp="1"/>
          </p:cNvSpPr>
          <p:nvPr>
            <p:ph type="ftr" sz="quarter" idx="11"/>
          </p:nvPr>
        </p:nvSpPr>
        <p:spPr/>
        <p:txBody>
          <a:bodyPr rtlCol="0"/>
          <a:lstStyle>
            <a:lvl1pPr lvl="0"/>
          </a:lstStyle>
          <a:p>
            <a:r>
              <a:rPr lang="en-US" dirty="0"/>
              <a:t>Footer</a:t>
            </a:r>
          </a:p>
        </p:txBody>
      </p:sp>
      <p:sp>
        <p:nvSpPr>
          <p:cNvPr id="3" name="Slide Number Placeholder 5">
            <a:extLst>
              <a:ext uri="{0AE553BF-F3F1-4009-833F-5EE19CD499B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4723BC-317B-4B4F-8F8C-2394E5D6087C}"/>
              </a:ext>
            </a:extLst>
          </p:cNvPr>
          <p:cNvSpPr>
            <a:spLocks noGrp="1"/>
          </p:cNvSpPr>
          <p:nvPr>
            <p:ph type="sldNum" sz="quarter" idx="12"/>
          </p:nvPr>
        </p:nvSpPr>
        <p:spPr/>
        <p:txBody>
          <a:bodyPr rtlCol="0"/>
          <a:lstStyle>
            <a:lvl1pPr lvl="0"/>
          </a:lstStyle>
          <a:p>
            <a:r>
              <a:rPr lang="en-US" dirty="0"/>
              <a:t>&lt;#&gt;</a:t>
            </a:r>
          </a:p>
        </p:txBody>
      </p:sp>
      <p:sp>
        <p:nvSpPr>
          <p:cNvPr id="4" name="Date Placeholder 3">
            <a:extLst>
              <a:ext uri="{EE6DC50B-4624-4797-9AC0-058C9E89D0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DED6DBB-866E-4D6C-8AD3-75EEE3BCCE08}"/>
              </a:ext>
            </a:extLst>
          </p:cNvPr>
          <p:cNvSpPr>
            <a:spLocks noGrp="1"/>
          </p:cNvSpPr>
          <p:nvPr>
            <p:ph type="dt" sz="half" idx="10"/>
          </p:nvPr>
        </p:nvSpPr>
        <p:spPr/>
        <p:txBody>
          <a:bodyPr rtlCol="0"/>
          <a:lstStyle>
            <a:lvl1pPr lvl="0"/>
          </a:lstStyle>
          <a:p>
            <a:r>
              <a:rPr lang="en-US" dirty="0"/>
              <a:t>Date</a:t>
            </a:r>
          </a:p>
        </p:txBody>
      </p:sp>
    </p:spTree>
    <p:extLst>
      <p:ext uri="{0D6D7EE9-57A9-42B8-A21E-3BB2D55BDBF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a:extLst>
              <a:ext uri="{2950D799-F615-4E99-A0DC-7D7D1A8403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18E207C-6131-432B-80F2-2645A97604EA}"/>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A27C61CC-ECD2-4805-9D14-B58C1F564DF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607AE31-8DC9-4C17-9850-72C1690A0690}"/>
              </a:ext>
            </a:extLst>
          </p:cNvPr>
          <p:cNvSpPr>
            <a:spLocks noGrp="1"/>
          </p:cNvSpPr>
          <p:nvPr>
            <p:ph type="subTitle" idx="1"/>
          </p:nvPr>
        </p:nvSpPr>
        <p:spPr>
          <a:xfrm>
            <a:off x="457200" y="1604520"/>
            <a:ext cx="8229239" cy="3977280"/>
          </a:xfrm>
          <a:prstGeom prst="rect">
            <a:avLst/>
          </a:prstGeom>
        </p:spPr>
        <p:txBody>
          <a:bodyPr lIns="0" tIns="0" rIns="0" bIns="0" rtlCol="0" anchor="ctr">
            <a:noAutofit/>
          </a:bodyPr>
          <a:lstStyle/>
          <a:p>
            <a:pPr algn="ctr"/>
            <a:endParaRPr lang="en-GB" sz="3200" b="0" strike="noStrike" spc="-1" dirty="0">
              <a:latin typeface="Arial"/>
            </a:endParaRPr>
          </a:p>
        </p:txBody>
      </p:sp>
      <p:sp>
        <p:nvSpPr>
          <p:cNvPr id="4" name="Footer Placeholder 4">
            <a:extLst>
              <a:ext uri="{EBB34AAA-41BF-4C88-8545-2A8ADE8D350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90ADEB-0A0A-4BDB-A226-0460144F46AF}"/>
              </a:ext>
            </a:extLst>
          </p:cNvPr>
          <p:cNvSpPr>
            <a:spLocks noGrp="1"/>
          </p:cNvSpPr>
          <p:nvPr>
            <p:ph type="ftr" sz="quarter" idx="11"/>
          </p:nvPr>
        </p:nvSpPr>
        <p:spPr/>
        <p:txBody>
          <a:bodyPr rtlCol="0"/>
          <a:lstStyle>
            <a:lvl1pPr lvl="0"/>
          </a:lstStyle>
          <a:p>
            <a:r>
              <a:rPr lang="en-US" dirty="0"/>
              <a:t>Footer</a:t>
            </a:r>
          </a:p>
        </p:txBody>
      </p:sp>
      <p:sp>
        <p:nvSpPr>
          <p:cNvPr id="5" name="Slide Number Placeholder 5">
            <a:extLst>
              <a:ext uri="{96E54BC4-D2A4-4080-8365-F65BC4F11B6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DF2CA95-2CD0-4B6F-9125-388D9E7E5AF6}"/>
              </a:ext>
            </a:extLst>
          </p:cNvPr>
          <p:cNvSpPr>
            <a:spLocks noGrp="1"/>
          </p:cNvSpPr>
          <p:nvPr>
            <p:ph type="sldNum" sz="quarter" idx="12"/>
          </p:nvPr>
        </p:nvSpPr>
        <p:spPr/>
        <p:txBody>
          <a:bodyPr rtlCol="0"/>
          <a:lstStyle>
            <a:lvl1pPr lvl="0"/>
          </a:lstStyle>
          <a:p>
            <a:r>
              <a:rPr lang="en-US" dirty="0"/>
              <a:t>&lt;#&gt;</a:t>
            </a:r>
          </a:p>
        </p:txBody>
      </p:sp>
      <p:sp>
        <p:nvSpPr>
          <p:cNvPr id="6" name="Date Placeholder 3">
            <a:extLst>
              <a:ext uri="{E316BDAF-A48F-421D-9214-CCCCAC2F559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00FC1B0-D9C6-430E-A73F-ACAFD2A7AE8E}"/>
              </a:ext>
            </a:extLst>
          </p:cNvPr>
          <p:cNvSpPr>
            <a:spLocks noGrp="1"/>
          </p:cNvSpPr>
          <p:nvPr>
            <p:ph type="dt" sz="half" idx="10"/>
          </p:nvPr>
        </p:nvSpPr>
        <p:spPr/>
        <p:txBody>
          <a:bodyPr rtlCol="0"/>
          <a:lstStyle>
            <a:lvl1pPr lvl="0"/>
          </a:lstStyle>
          <a:p>
            <a:r>
              <a:rPr lang="en-US" dirty="0"/>
              <a:t>Date</a:t>
            </a:r>
          </a:p>
        </p:txBody>
      </p:sp>
    </p:spTree>
    <p:extLst>
      <p:ext uri="{BCE9C86C-EF4C-4E28-9B30-98C9E8A8CFB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 name="PlaceHolder 1">
            <a:extLst>
              <a:ext uri="{58360F47-5846-4DC5-A3A5-E28EF795EDD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3A716A7-424D-421A-82EC-E30C44A06514}"/>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63BF9830-3C9F-4B53-A35E-6B6D3DEFE7A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C5B09C9-5044-4A49-A5A4-7BF8A4FAFDD2}"/>
              </a:ext>
            </a:extLst>
          </p:cNvPr>
          <p:cNvSpPr>
            <a:spLocks noGrp="1"/>
          </p:cNvSpPr>
          <p:nvPr>
            <p:ph type="body" idx="1"/>
          </p:nvPr>
        </p:nvSpPr>
        <p:spPr>
          <a:xfrm>
            <a:off x="457200" y="1604520"/>
            <a:ext cx="8229239" cy="397728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Footer Placeholder 4">
            <a:extLst>
              <a:ext uri="{824E1FBA-25FC-4050-ADA7-340111342E5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6D06663-A7BB-4A32-95CB-99A1FE75DE66}"/>
              </a:ext>
            </a:extLst>
          </p:cNvPr>
          <p:cNvSpPr>
            <a:spLocks noGrp="1"/>
          </p:cNvSpPr>
          <p:nvPr>
            <p:ph type="ftr" sz="quarter" idx="11"/>
          </p:nvPr>
        </p:nvSpPr>
        <p:spPr/>
        <p:txBody>
          <a:bodyPr rtlCol="0"/>
          <a:lstStyle>
            <a:lvl1pPr lvl="0"/>
          </a:lstStyle>
          <a:p>
            <a:r>
              <a:rPr lang="en-US" dirty="0"/>
              <a:t>Footer</a:t>
            </a:r>
          </a:p>
        </p:txBody>
      </p:sp>
      <p:sp>
        <p:nvSpPr>
          <p:cNvPr id="5" name="Slide Number Placeholder 5">
            <a:extLst>
              <a:ext uri="{D4CDF396-15D1-401B-990E-48D7255BA72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A968CD0-8B3E-48E7-A45C-D14A8ECC50EA}"/>
              </a:ext>
            </a:extLst>
          </p:cNvPr>
          <p:cNvSpPr>
            <a:spLocks noGrp="1"/>
          </p:cNvSpPr>
          <p:nvPr>
            <p:ph type="sldNum" sz="quarter" idx="12"/>
          </p:nvPr>
        </p:nvSpPr>
        <p:spPr/>
        <p:txBody>
          <a:bodyPr rtlCol="0"/>
          <a:lstStyle>
            <a:lvl1pPr lvl="0"/>
          </a:lstStyle>
          <a:p>
            <a:r>
              <a:rPr lang="en-US" dirty="0"/>
              <a:t>&lt;#&gt;</a:t>
            </a:r>
          </a:p>
        </p:txBody>
      </p:sp>
      <p:sp>
        <p:nvSpPr>
          <p:cNvPr id="6" name="Date Placeholder 3">
            <a:extLst>
              <a:ext uri="{4A6A4CEA-5FCA-4E79-A958-8288D64D2BA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AC79841-9D30-4C4B-9931-BF9FC3120F99}"/>
              </a:ext>
            </a:extLst>
          </p:cNvPr>
          <p:cNvSpPr>
            <a:spLocks noGrp="1"/>
          </p:cNvSpPr>
          <p:nvPr>
            <p:ph type="dt" sz="half" idx="10"/>
          </p:nvPr>
        </p:nvSpPr>
        <p:spPr/>
        <p:txBody>
          <a:bodyPr rtlCol="0"/>
          <a:lstStyle>
            <a:lvl1pPr lvl="0"/>
          </a:lstStyle>
          <a:p>
            <a:r>
              <a:rPr lang="en-US" dirty="0"/>
              <a:t>Date</a:t>
            </a:r>
          </a:p>
        </p:txBody>
      </p:sp>
    </p:spTree>
    <p:extLst>
      <p:ext uri="{4D9904C7-8D42-4658-BF97-3005AAAE011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 name="PlaceHolder 1">
            <a:extLst>
              <a:ext uri="{A9941F11-08FE-4DD2-B111-B62B25D6F2E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1671CE5-C429-4468-86A4-4F3972E172AB}"/>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6A7D1366-81A5-4D4D-9900-3AF2B2C9DE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7A6CD33-BC91-4D22-BB76-C6ABB9E080E7}"/>
              </a:ext>
            </a:extLst>
          </p:cNvPr>
          <p:cNvSpPr>
            <a:spLocks noGrp="1"/>
          </p:cNvSpPr>
          <p:nvPr>
            <p:ph type="body" idx="1"/>
          </p:nvPr>
        </p:nvSpPr>
        <p:spPr>
          <a:xfrm>
            <a:off x="457200" y="1604520"/>
            <a:ext cx="4015800" cy="397728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99025CBA-8D1C-4D7F-965C-7576A0636AC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9E8840C-DBED-43BE-B5FE-43A1448805F3}"/>
              </a:ext>
            </a:extLst>
          </p:cNvPr>
          <p:cNvSpPr>
            <a:spLocks noGrp="1"/>
          </p:cNvSpPr>
          <p:nvPr>
            <p:ph type="body" idx="2"/>
          </p:nvPr>
        </p:nvSpPr>
        <p:spPr>
          <a:xfrm>
            <a:off x="4674240" y="1604520"/>
            <a:ext cx="4015800" cy="397728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5" name="Footer Placeholder 4">
            <a:extLst>
              <a:ext uri="{E05F73E3-8ECF-416F-ABED-13494919104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423BCD5-BBF7-4C98-A0BE-981766F0416B}"/>
              </a:ext>
            </a:extLst>
          </p:cNvPr>
          <p:cNvSpPr>
            <a:spLocks noGrp="1"/>
          </p:cNvSpPr>
          <p:nvPr>
            <p:ph type="ftr" sz="quarter" idx="11"/>
          </p:nvPr>
        </p:nvSpPr>
        <p:spPr/>
        <p:txBody>
          <a:bodyPr rtlCol="0"/>
          <a:lstStyle>
            <a:lvl1pPr lvl="0"/>
          </a:lstStyle>
          <a:p>
            <a:r>
              <a:rPr lang="en-US" dirty="0"/>
              <a:t>Footer</a:t>
            </a:r>
          </a:p>
        </p:txBody>
      </p:sp>
      <p:sp>
        <p:nvSpPr>
          <p:cNvPr id="6" name="Slide Number Placeholder 5">
            <a:extLst>
              <a:ext uri="{1CEBD6D1-F6FE-4656-9206-5E7E785A8B8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61A4EBE-F7C3-4169-A50C-579BB6A12230}"/>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17652D2C-E558-46D3-A35A-0B997F9DDA8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9CB0C8C-E616-4F82-8B02-0976628DAA2F}"/>
              </a:ext>
            </a:extLst>
          </p:cNvPr>
          <p:cNvSpPr>
            <a:spLocks noGrp="1"/>
          </p:cNvSpPr>
          <p:nvPr>
            <p:ph type="dt" sz="half" idx="10"/>
          </p:nvPr>
        </p:nvSpPr>
        <p:spPr/>
        <p:txBody>
          <a:bodyPr rtlCol="0"/>
          <a:lstStyle>
            <a:lvl1pPr lvl="0"/>
          </a:lstStyle>
          <a:p>
            <a:r>
              <a:rPr lang="en-US" dirty="0"/>
              <a:t>Date</a:t>
            </a:r>
          </a:p>
        </p:txBody>
      </p:sp>
    </p:spTree>
    <p:extLst>
      <p:ext uri="{A8963543-6711-41B1-9FF6-FFCB84AE6FB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a:extLst>
              <a:ext uri="{EFBDA4B3-E00B-4206-A776-5C8463CE4EB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9B21DC-70DB-4BF4-BA2C-4AA0532AC827}"/>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3" name="Footer Placeholder 4">
            <a:extLst>
              <a:ext uri="{20EFF1E7-A883-4712-8058-79039484DFC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0654F62-0928-47E8-ABB9-EB4302BAC5E4}"/>
              </a:ext>
            </a:extLst>
          </p:cNvPr>
          <p:cNvSpPr>
            <a:spLocks noGrp="1"/>
          </p:cNvSpPr>
          <p:nvPr>
            <p:ph type="ftr" sz="quarter" idx="11"/>
          </p:nvPr>
        </p:nvSpPr>
        <p:spPr/>
        <p:txBody>
          <a:bodyPr rtlCol="0"/>
          <a:lstStyle>
            <a:lvl1pPr lvl="0"/>
          </a:lstStyle>
          <a:p>
            <a:r>
              <a:rPr lang="en-US" dirty="0"/>
              <a:t>Footer</a:t>
            </a:r>
          </a:p>
        </p:txBody>
      </p:sp>
      <p:sp>
        <p:nvSpPr>
          <p:cNvPr id="4" name="Slide Number Placeholder 5">
            <a:extLst>
              <a:ext uri="{E3AFEDB8-3875-4CCF-B918-6E9E496F0D1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95816FE-0D85-428E-8C9F-DD1EB23446F7}"/>
              </a:ext>
            </a:extLst>
          </p:cNvPr>
          <p:cNvSpPr>
            <a:spLocks noGrp="1"/>
          </p:cNvSpPr>
          <p:nvPr>
            <p:ph type="sldNum" sz="quarter" idx="12"/>
          </p:nvPr>
        </p:nvSpPr>
        <p:spPr/>
        <p:txBody>
          <a:bodyPr rtlCol="0"/>
          <a:lstStyle>
            <a:lvl1pPr lvl="0"/>
          </a:lstStyle>
          <a:p>
            <a:r>
              <a:rPr lang="en-US" dirty="0"/>
              <a:t>&lt;#&gt;</a:t>
            </a:r>
          </a:p>
        </p:txBody>
      </p:sp>
      <p:sp>
        <p:nvSpPr>
          <p:cNvPr id="5" name="Date Placeholder 3">
            <a:extLst>
              <a:ext uri="{6A33784B-431A-40A6-9C4F-9CADD905CF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D44746E-3275-4D97-A86A-C28D19782F90}"/>
              </a:ext>
            </a:extLst>
          </p:cNvPr>
          <p:cNvSpPr>
            <a:spLocks noGrp="1"/>
          </p:cNvSpPr>
          <p:nvPr>
            <p:ph type="dt" sz="half" idx="10"/>
          </p:nvPr>
        </p:nvSpPr>
        <p:spPr/>
        <p:txBody>
          <a:bodyPr rtlCol="0"/>
          <a:lstStyle>
            <a:lvl1pPr lvl="0"/>
          </a:lstStyle>
          <a:p>
            <a:r>
              <a:rPr lang="en-US" dirty="0"/>
              <a:t>Date</a:t>
            </a:r>
          </a:p>
        </p:txBody>
      </p:sp>
    </p:spTree>
    <p:extLst>
      <p:ext uri="{8D39AA8C-3D7C-492E-BD90-8B79FA07DE4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a:extLst>
              <a:ext uri="{BE372411-6178-4C31-9EFB-08304F71297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A920AE5-C681-449B-916F-D5F4A40559E1}"/>
              </a:ext>
            </a:extLst>
          </p:cNvPr>
          <p:cNvSpPr>
            <a:spLocks noGrp="1"/>
          </p:cNvSpPr>
          <p:nvPr>
            <p:ph type="subTitle"/>
          </p:nvPr>
        </p:nvSpPr>
        <p:spPr>
          <a:xfrm>
            <a:off x="0" y="0"/>
            <a:ext cx="5486039" cy="4238280"/>
          </a:xfrm>
          <a:prstGeom prst="rect">
            <a:avLst/>
          </a:prstGeom>
        </p:spPr>
        <p:txBody>
          <a:bodyPr lIns="0" tIns="0" rIns="0" bIns="0" rtlCol="0" anchor="ctr">
            <a:noAutofit/>
          </a:bodyPr>
          <a:lstStyle/>
          <a:p>
            <a:pPr algn="ctr"/>
            <a:endParaRPr lang="en-GB" sz="3200" b="0" strike="noStrike" spc="-1" dirty="0">
              <a:latin typeface="Arial"/>
            </a:endParaRPr>
          </a:p>
        </p:txBody>
      </p:sp>
      <p:sp>
        <p:nvSpPr>
          <p:cNvPr id="3" name="Footer Placeholder 4">
            <a:extLst>
              <a:ext uri="{0CCDD1E7-F798-4C16-A578-3E8C0D562D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11DCAE6-3A95-4894-9E46-454493018C20}"/>
              </a:ext>
            </a:extLst>
          </p:cNvPr>
          <p:cNvSpPr>
            <a:spLocks noGrp="1"/>
          </p:cNvSpPr>
          <p:nvPr>
            <p:ph type="ftr" sz="quarter" idx="11"/>
          </p:nvPr>
        </p:nvSpPr>
        <p:spPr/>
        <p:txBody>
          <a:bodyPr rtlCol="0"/>
          <a:lstStyle>
            <a:lvl1pPr lvl="0"/>
          </a:lstStyle>
          <a:p>
            <a:r>
              <a:rPr lang="en-US" dirty="0"/>
              <a:t>Footer</a:t>
            </a:r>
          </a:p>
        </p:txBody>
      </p:sp>
      <p:sp>
        <p:nvSpPr>
          <p:cNvPr id="4" name="Slide Number Placeholder 5">
            <a:extLst>
              <a:ext uri="{C42A90DF-A5FD-42D1-90EA-CF7D53B28A2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6671A00-BA67-4C8D-889E-9922C1CFB86A}"/>
              </a:ext>
            </a:extLst>
          </p:cNvPr>
          <p:cNvSpPr>
            <a:spLocks noGrp="1"/>
          </p:cNvSpPr>
          <p:nvPr>
            <p:ph type="sldNum" sz="quarter" idx="12"/>
          </p:nvPr>
        </p:nvSpPr>
        <p:spPr/>
        <p:txBody>
          <a:bodyPr rtlCol="0"/>
          <a:lstStyle>
            <a:lvl1pPr lvl="0"/>
          </a:lstStyle>
          <a:p>
            <a:r>
              <a:rPr lang="en-US" dirty="0"/>
              <a:t>&lt;#&gt;</a:t>
            </a:r>
          </a:p>
        </p:txBody>
      </p:sp>
      <p:sp>
        <p:nvSpPr>
          <p:cNvPr id="5" name="Date Placeholder 3">
            <a:extLst>
              <a:ext uri="{062AB4F9-F6EC-4158-893E-802A79FC6C4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C2E7EC-2F64-4D4A-AA63-813B90196E18}"/>
              </a:ext>
            </a:extLst>
          </p:cNvPr>
          <p:cNvSpPr>
            <a:spLocks noGrp="1"/>
          </p:cNvSpPr>
          <p:nvPr>
            <p:ph type="dt" sz="half" idx="10"/>
          </p:nvPr>
        </p:nvSpPr>
        <p:spPr/>
        <p:txBody>
          <a:bodyPr rtlCol="0"/>
          <a:lstStyle>
            <a:lvl1pPr lvl="0"/>
          </a:lstStyle>
          <a:p>
            <a:r>
              <a:rPr lang="en-US" dirty="0"/>
              <a:t>Date</a:t>
            </a:r>
          </a:p>
        </p:txBody>
      </p:sp>
    </p:spTree>
    <p:extLst>
      <p:ext uri="{473E2E35-501D-4144-8566-5ED9BF8A757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 name="PlaceHolder 1">
            <a:extLst>
              <a:ext uri="{D49B7E62-8833-4A88-A8EC-9D6861C9A10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A194DF2-2718-4CEB-87B6-A5705671AF1F}"/>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08D9DD65-DEA0-4176-87F1-F5127AB4CE5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E020C9-DB07-4750-9870-8148C284567E}"/>
              </a:ext>
            </a:extLst>
          </p:cNvPr>
          <p:cNvSpPr>
            <a:spLocks noGrp="1"/>
          </p:cNvSpPr>
          <p:nvPr>
            <p:ph type="body" idx="1"/>
          </p:nvPr>
        </p:nvSpPr>
        <p:spPr>
          <a:xfrm>
            <a:off x="45720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97585C36-6227-4713-8C84-1BE003696C3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0FF4D61-0823-4BA7-955F-19D31AD95030}"/>
              </a:ext>
            </a:extLst>
          </p:cNvPr>
          <p:cNvSpPr>
            <a:spLocks noGrp="1"/>
          </p:cNvSpPr>
          <p:nvPr>
            <p:ph type="body" idx="2"/>
          </p:nvPr>
        </p:nvSpPr>
        <p:spPr>
          <a:xfrm>
            <a:off x="4674240" y="1604520"/>
            <a:ext cx="4015800" cy="397728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PlaceHolder 4">
            <a:extLst>
              <a:ext uri="{44E0478A-2032-47B4-A8BC-7E48E22463B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49F535-5FD5-47E7-AE43-FFAB4B5ADF91}"/>
              </a:ext>
            </a:extLst>
          </p:cNvPr>
          <p:cNvSpPr>
            <a:spLocks noGrp="1"/>
          </p:cNvSpPr>
          <p:nvPr>
            <p:ph type="body" idx="3"/>
          </p:nvPr>
        </p:nvSpPr>
        <p:spPr>
          <a:xfrm>
            <a:off x="457200" y="368208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6" name="Footer Placeholder 4">
            <a:extLst>
              <a:ext uri="{60582054-37C3-4EAA-B5A2-C9A823B34F1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0C2A864-6DF9-4603-AAD9-ADF3CFFBAB8D}"/>
              </a:ext>
            </a:extLst>
          </p:cNvPr>
          <p:cNvSpPr>
            <a:spLocks noGrp="1"/>
          </p:cNvSpPr>
          <p:nvPr>
            <p:ph type="ftr" sz="quarter" idx="11"/>
          </p:nvPr>
        </p:nvSpPr>
        <p:spPr/>
        <p:txBody>
          <a:bodyPr rtlCol="0"/>
          <a:lstStyle>
            <a:lvl1pPr lvl="0"/>
          </a:lstStyle>
          <a:p>
            <a:r>
              <a:rPr lang="en-US" dirty="0"/>
              <a:t>Footer</a:t>
            </a:r>
          </a:p>
        </p:txBody>
      </p:sp>
      <p:sp>
        <p:nvSpPr>
          <p:cNvPr id="7" name="Slide Number Placeholder 5">
            <a:extLst>
              <a:ext uri="{98754C4D-4688-4FDF-AA5B-CE27516C88D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5954EEB-3092-464C-91D1-BCAA3202FAE4}"/>
              </a:ext>
            </a:extLst>
          </p:cNvPr>
          <p:cNvSpPr>
            <a:spLocks noGrp="1"/>
          </p:cNvSpPr>
          <p:nvPr>
            <p:ph type="sldNum" sz="quarter" idx="12"/>
          </p:nvPr>
        </p:nvSpPr>
        <p:spPr/>
        <p:txBody>
          <a:bodyPr rtlCol="0"/>
          <a:lstStyle>
            <a:lvl1pPr lvl="0"/>
          </a:lstStyle>
          <a:p>
            <a:r>
              <a:rPr lang="en-US" dirty="0"/>
              <a:t>&lt;#&gt;</a:t>
            </a:r>
          </a:p>
        </p:txBody>
      </p:sp>
      <p:sp>
        <p:nvSpPr>
          <p:cNvPr id="8" name="Date Placeholder 3">
            <a:extLst>
              <a:ext uri="{B72F1D89-DA7A-47D4-90E7-08510115CD0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0F38A4-CD39-460A-9F5F-4269E395A960}"/>
              </a:ext>
            </a:extLst>
          </p:cNvPr>
          <p:cNvSpPr>
            <a:spLocks noGrp="1"/>
          </p:cNvSpPr>
          <p:nvPr>
            <p:ph type="dt" sz="half" idx="10"/>
          </p:nvPr>
        </p:nvSpPr>
        <p:spPr/>
        <p:txBody>
          <a:bodyPr rtlCol="0"/>
          <a:lstStyle>
            <a:lvl1pPr lvl="0"/>
          </a:lstStyle>
          <a:p>
            <a:r>
              <a:rPr lang="en-US" dirty="0"/>
              <a:t>Date</a:t>
            </a:r>
          </a:p>
        </p:txBody>
      </p:sp>
    </p:spTree>
    <p:extLst>
      <p:ext uri="{C1F3C634-6FFC-447F-8390-109185B62BB3}">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 name="PlaceHolder 1">
            <a:extLst>
              <a:ext uri="{31AA740E-9295-4BE7-A4A1-33614530732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E677E9D-E47C-4281-9830-F52734DE5C70}"/>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ECF59796-4AA0-4649-9F39-F14CC1F8298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881427-17F2-4A70-8EA0-849FA7EE1240}"/>
              </a:ext>
            </a:extLst>
          </p:cNvPr>
          <p:cNvSpPr>
            <a:spLocks noGrp="1"/>
          </p:cNvSpPr>
          <p:nvPr>
            <p:ph type="body" idx="1"/>
          </p:nvPr>
        </p:nvSpPr>
        <p:spPr>
          <a:xfrm>
            <a:off x="457200" y="1604520"/>
            <a:ext cx="4015800" cy="397728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7FC3C298-B6F0-4D0A-9814-CAAA1070136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BC75EDA-982D-49F0-8A6D-46B0F1529510}"/>
              </a:ext>
            </a:extLst>
          </p:cNvPr>
          <p:cNvSpPr>
            <a:spLocks noGrp="1"/>
          </p:cNvSpPr>
          <p:nvPr>
            <p:ph type="body" idx="2"/>
          </p:nvPr>
        </p:nvSpPr>
        <p:spPr>
          <a:xfrm>
            <a:off x="467424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PlaceHolder 4">
            <a:extLst>
              <a:ext uri="{432EF096-EEEE-4076-AE1E-75FBA2F318A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4528CB0-8F84-4BE9-BB79-C1C624282ECC}"/>
              </a:ext>
            </a:extLst>
          </p:cNvPr>
          <p:cNvSpPr>
            <a:spLocks noGrp="1"/>
          </p:cNvSpPr>
          <p:nvPr>
            <p:ph type="body" idx="3"/>
          </p:nvPr>
        </p:nvSpPr>
        <p:spPr>
          <a:xfrm>
            <a:off x="4674240" y="368208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6" name="Footer Placeholder 4">
            <a:extLst>
              <a:ext uri="{8EC26C0C-4485-4D84-968B-E74A9EE9D5E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A3F895-E733-4421-9742-DC5A4E5A4C05}"/>
              </a:ext>
            </a:extLst>
          </p:cNvPr>
          <p:cNvSpPr>
            <a:spLocks noGrp="1"/>
          </p:cNvSpPr>
          <p:nvPr>
            <p:ph type="ftr" sz="quarter" idx="11"/>
          </p:nvPr>
        </p:nvSpPr>
        <p:spPr/>
        <p:txBody>
          <a:bodyPr rtlCol="0"/>
          <a:lstStyle>
            <a:lvl1pPr lvl="0"/>
          </a:lstStyle>
          <a:p>
            <a:r>
              <a:rPr lang="en-US" dirty="0"/>
              <a:t>Footer</a:t>
            </a:r>
          </a:p>
        </p:txBody>
      </p:sp>
      <p:sp>
        <p:nvSpPr>
          <p:cNvPr id="7" name="Slide Number Placeholder 5">
            <a:extLst>
              <a:ext uri="{5817EE38-4FA7-4C7E-82AA-B7AFD338C78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BA5B1B9-707F-4EFD-9702-9216EF38DF28}"/>
              </a:ext>
            </a:extLst>
          </p:cNvPr>
          <p:cNvSpPr>
            <a:spLocks noGrp="1"/>
          </p:cNvSpPr>
          <p:nvPr>
            <p:ph type="sldNum" sz="quarter" idx="12"/>
          </p:nvPr>
        </p:nvSpPr>
        <p:spPr/>
        <p:txBody>
          <a:bodyPr rtlCol="0"/>
          <a:lstStyle>
            <a:lvl1pPr lvl="0"/>
          </a:lstStyle>
          <a:p>
            <a:r>
              <a:rPr lang="en-US" dirty="0"/>
              <a:t>&lt;#&gt;</a:t>
            </a:r>
          </a:p>
        </p:txBody>
      </p:sp>
      <p:sp>
        <p:nvSpPr>
          <p:cNvPr id="8" name="Date Placeholder 3">
            <a:extLst>
              <a:ext uri="{4350283C-FDAA-4C22-89FB-FD586AE4F0F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8EDB64-CFB5-4080-BD14-C28BB6FC4A1D}"/>
              </a:ext>
            </a:extLst>
          </p:cNvPr>
          <p:cNvSpPr>
            <a:spLocks noGrp="1"/>
          </p:cNvSpPr>
          <p:nvPr>
            <p:ph type="dt" sz="half" idx="10"/>
          </p:nvPr>
        </p:nvSpPr>
        <p:spPr/>
        <p:txBody>
          <a:bodyPr rtlCol="0"/>
          <a:lstStyle>
            <a:lvl1pPr lvl="0"/>
          </a:lstStyle>
          <a:p>
            <a:r>
              <a:rPr lang="en-US" dirty="0"/>
              <a:t>Date</a:t>
            </a:r>
          </a:p>
        </p:txBody>
      </p:sp>
    </p:spTree>
    <p:extLst>
      <p:ext uri="{AF0283AD-7020-43A8-A51D-05DB672D5950}">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 name="PlaceHolder 1">
            <a:extLst>
              <a:ext uri="{BCEB625A-1F3B-45CC-961C-E472CD81718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449F6FC-1717-4A0C-96AA-8A62D38A007E}"/>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BFE46BBD-29B5-4C0B-A618-2C596BDE2D8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B9EE53D-307A-4B97-B0FB-D1CDC604D759}"/>
              </a:ext>
            </a:extLst>
          </p:cNvPr>
          <p:cNvSpPr>
            <a:spLocks noGrp="1"/>
          </p:cNvSpPr>
          <p:nvPr>
            <p:ph type="body" idx="1"/>
          </p:nvPr>
        </p:nvSpPr>
        <p:spPr>
          <a:xfrm>
            <a:off x="45720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653E12B7-C2AC-469F-AE52-2A103E8A613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C7C420A-21FE-4A63-B9DB-618C42A7A1F3}"/>
              </a:ext>
            </a:extLst>
          </p:cNvPr>
          <p:cNvSpPr>
            <a:spLocks noGrp="1"/>
          </p:cNvSpPr>
          <p:nvPr>
            <p:ph type="body" idx="2"/>
          </p:nvPr>
        </p:nvSpPr>
        <p:spPr>
          <a:xfrm>
            <a:off x="467424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PlaceHolder 4">
            <a:extLst>
              <a:ext uri="{5D5A3C27-4250-43DF-B965-411C45BBF51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C1A4198-66D7-47A6-B0FF-3144782F984D}"/>
              </a:ext>
            </a:extLst>
          </p:cNvPr>
          <p:cNvSpPr>
            <a:spLocks noGrp="1"/>
          </p:cNvSpPr>
          <p:nvPr>
            <p:ph type="body" idx="3"/>
          </p:nvPr>
        </p:nvSpPr>
        <p:spPr>
          <a:xfrm>
            <a:off x="457200" y="3682080"/>
            <a:ext cx="822923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6" name="Footer Placeholder 4">
            <a:extLst>
              <a:ext uri="{475B6E90-9E20-40DF-A92B-0D7FBE9A6BB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E06C67-68D5-4F4A-9ED9-2D03D1F7194B}"/>
              </a:ext>
            </a:extLst>
          </p:cNvPr>
          <p:cNvSpPr>
            <a:spLocks noGrp="1"/>
          </p:cNvSpPr>
          <p:nvPr>
            <p:ph type="ftr" sz="quarter" idx="11"/>
          </p:nvPr>
        </p:nvSpPr>
        <p:spPr/>
        <p:txBody>
          <a:bodyPr rtlCol="0"/>
          <a:lstStyle>
            <a:lvl1pPr lvl="0"/>
          </a:lstStyle>
          <a:p>
            <a:r>
              <a:rPr lang="en-US" dirty="0"/>
              <a:t>Footer</a:t>
            </a:r>
          </a:p>
        </p:txBody>
      </p:sp>
      <p:sp>
        <p:nvSpPr>
          <p:cNvPr id="7" name="Slide Number Placeholder 5">
            <a:extLst>
              <a:ext uri="{4C3E9DF9-18DC-4758-B1D5-8146DE70F69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132B329-774A-4E37-A8A9-2D0532021F08}"/>
              </a:ext>
            </a:extLst>
          </p:cNvPr>
          <p:cNvSpPr>
            <a:spLocks noGrp="1"/>
          </p:cNvSpPr>
          <p:nvPr>
            <p:ph type="sldNum" sz="quarter" idx="12"/>
          </p:nvPr>
        </p:nvSpPr>
        <p:spPr/>
        <p:txBody>
          <a:bodyPr rtlCol="0"/>
          <a:lstStyle>
            <a:lvl1pPr lvl="0"/>
          </a:lstStyle>
          <a:p>
            <a:r>
              <a:rPr lang="en-US" dirty="0"/>
              <a:t>&lt;#&gt;</a:t>
            </a:r>
          </a:p>
        </p:txBody>
      </p:sp>
      <p:sp>
        <p:nvSpPr>
          <p:cNvPr id="8" name="Date Placeholder 3">
            <a:extLst>
              <a:ext uri="{CF4F2044-A978-49CF-830B-80CB0F21F40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86A8210-431B-4E60-B545-673105898E22}"/>
              </a:ext>
            </a:extLst>
          </p:cNvPr>
          <p:cNvSpPr>
            <a:spLocks noGrp="1"/>
          </p:cNvSpPr>
          <p:nvPr>
            <p:ph type="dt" sz="half" idx="10"/>
          </p:nvPr>
        </p:nvSpPr>
        <p:spPr/>
        <p:txBody>
          <a:bodyPr rtlCol="0"/>
          <a:lstStyle>
            <a:lvl1pPr lvl="0"/>
          </a:lstStyle>
          <a:p>
            <a:r>
              <a:rPr lang="en-US" dirty="0"/>
              <a:t>Date</a:t>
            </a:r>
          </a:p>
        </p:txBody>
      </p:sp>
    </p:spTree>
    <p:extLst>
      <p:ext uri="{6B5378A8-2999-4328-9F82-B7A69FAF758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 name="PlaceHolder 1">
            <a:extLst>
              <a:ext uri="{22FBA574-9B94-4AEA-A13D-0DA1C4C895B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34E77A3-724D-4DB6-B26E-7B175E28D3C5}"/>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9C42F8D6-4596-465E-8F79-5A5E348484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9BF2F1-33A1-47FF-813E-8F0269CC1FA8}"/>
              </a:ext>
            </a:extLst>
          </p:cNvPr>
          <p:cNvSpPr>
            <a:spLocks noGrp="1"/>
          </p:cNvSpPr>
          <p:nvPr>
            <p:ph type="body" idx="1"/>
          </p:nvPr>
        </p:nvSpPr>
        <p:spPr>
          <a:xfrm>
            <a:off x="457200" y="1604520"/>
            <a:ext cx="822923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BEFDF029-36C8-4DC2-85CD-310141B0A71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B37E69-46CC-432C-8045-CC987053A3F7}"/>
              </a:ext>
            </a:extLst>
          </p:cNvPr>
          <p:cNvSpPr>
            <a:spLocks noGrp="1"/>
          </p:cNvSpPr>
          <p:nvPr>
            <p:ph type="body" idx="2"/>
          </p:nvPr>
        </p:nvSpPr>
        <p:spPr>
          <a:xfrm>
            <a:off x="457200" y="3682080"/>
            <a:ext cx="822923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5" name="Footer Placeholder 4">
            <a:extLst>
              <a:ext uri="{E567B75A-8D5E-4DBE-994E-89279D5BD2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8676D2E-2ECB-41F0-A8CE-8BC4C9513C86}"/>
              </a:ext>
            </a:extLst>
          </p:cNvPr>
          <p:cNvSpPr>
            <a:spLocks noGrp="1"/>
          </p:cNvSpPr>
          <p:nvPr>
            <p:ph type="ftr" sz="quarter" idx="11"/>
          </p:nvPr>
        </p:nvSpPr>
        <p:spPr/>
        <p:txBody>
          <a:bodyPr rtlCol="0"/>
          <a:lstStyle>
            <a:lvl1pPr lvl="0"/>
          </a:lstStyle>
          <a:p>
            <a:r>
              <a:rPr lang="en-US" dirty="0"/>
              <a:t>Footer</a:t>
            </a:r>
          </a:p>
        </p:txBody>
      </p:sp>
      <p:sp>
        <p:nvSpPr>
          <p:cNvPr id="6" name="Slide Number Placeholder 5">
            <a:extLst>
              <a:ext uri="{70540FFD-9ED9-4CD3-A79B-8EAD77BA2EE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25D7328-2E8C-45FE-99DC-223E6B6F8809}"/>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9282D384-3708-4CCA-9483-AA504587240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87ADD13-CE1D-480B-BFAB-4F5BA51E3C3C}"/>
              </a:ext>
            </a:extLst>
          </p:cNvPr>
          <p:cNvSpPr>
            <a:spLocks noGrp="1"/>
          </p:cNvSpPr>
          <p:nvPr>
            <p:ph type="dt" sz="half" idx="10"/>
          </p:nvPr>
        </p:nvSpPr>
        <p:spPr/>
        <p:txBody>
          <a:bodyPr rtlCol="0"/>
          <a:lstStyle>
            <a:lvl1pPr lvl="0"/>
          </a:lstStyle>
          <a:p>
            <a:r>
              <a:rPr lang="en-US" dirty="0"/>
              <a:t>Date</a:t>
            </a:r>
          </a:p>
        </p:txBody>
      </p:sp>
    </p:spTree>
    <p:extLst>
      <p:ext uri="{CB7523AE-2802-4065-A95A-82AC275418D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 name="PlaceHolder 1">
            <a:extLst>
              <a:ext uri="{1B366A63-A644-4D84-A84D-99D0CB81197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DCCFC1F-3E4A-4E8D-AD58-B59ECAD59349}"/>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2" name="PlaceHolder 2">
            <a:extLst>
              <a:ext uri="{1BC96858-644B-4073-88DF-42ED299A04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239EF6A-5E06-4141-AEFF-C0F88FD717E4}"/>
              </a:ext>
            </a:extLst>
          </p:cNvPr>
          <p:cNvSpPr>
            <a:spLocks noGrp="1"/>
          </p:cNvSpPr>
          <p:nvPr>
            <p:ph type="body" idx="1"/>
          </p:nvPr>
        </p:nvSpPr>
        <p:spPr>
          <a:xfrm>
            <a:off x="45720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3" name="PlaceHolder 3">
            <a:extLst>
              <a:ext uri="{87A8D0EC-765A-409A-81E1-912F8BBEF20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6ACCCDC-23FE-4A4C-A6A4-7F7FC288CCDE}"/>
              </a:ext>
            </a:extLst>
          </p:cNvPr>
          <p:cNvSpPr>
            <a:spLocks noGrp="1"/>
          </p:cNvSpPr>
          <p:nvPr>
            <p:ph type="body" idx="2"/>
          </p:nvPr>
        </p:nvSpPr>
        <p:spPr>
          <a:xfrm>
            <a:off x="4674240" y="160452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PlaceHolder 4">
            <a:extLst>
              <a:ext uri="{44FD9CD4-F247-4785-9F60-46011E50FD2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AAD2FA7-9731-4937-A4D4-4EFAFB468F13}"/>
              </a:ext>
            </a:extLst>
          </p:cNvPr>
          <p:cNvSpPr>
            <a:spLocks noGrp="1"/>
          </p:cNvSpPr>
          <p:nvPr>
            <p:ph type="body" idx="3"/>
          </p:nvPr>
        </p:nvSpPr>
        <p:spPr>
          <a:xfrm>
            <a:off x="457200" y="368208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5" name="PlaceHolder 5">
            <a:extLst>
              <a:ext uri="{9EA5F664-08F5-4DE4-8CBB-7E143D270E0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6FA0C3D-E728-406E-98BC-F596DEEAFF0F}"/>
              </a:ext>
            </a:extLst>
          </p:cNvPr>
          <p:cNvSpPr>
            <a:spLocks noGrp="1"/>
          </p:cNvSpPr>
          <p:nvPr>
            <p:ph type="body" idx="4"/>
          </p:nvPr>
        </p:nvSpPr>
        <p:spPr>
          <a:xfrm>
            <a:off x="4674240" y="3682080"/>
            <a:ext cx="4015800"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7" name="Footer Placeholder 4">
            <a:extLst>
              <a:ext uri="{EAB37F21-E633-465B-9D8C-3AE8CCD772A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E6D50BF-8F8E-4768-AECF-DB280913CC49}"/>
              </a:ext>
            </a:extLst>
          </p:cNvPr>
          <p:cNvSpPr>
            <a:spLocks noGrp="1"/>
          </p:cNvSpPr>
          <p:nvPr>
            <p:ph type="ftr" sz="quarter" idx="11"/>
          </p:nvPr>
        </p:nvSpPr>
        <p:spPr/>
        <p:txBody>
          <a:bodyPr rtlCol="0"/>
          <a:lstStyle>
            <a:lvl1pPr lvl="0"/>
          </a:lstStyle>
          <a:p>
            <a:r>
              <a:rPr lang="en-US" dirty="0"/>
              <a:t>Footer</a:t>
            </a:r>
          </a:p>
        </p:txBody>
      </p:sp>
      <p:sp>
        <p:nvSpPr>
          <p:cNvPr id="8" name="Slide Number Placeholder 5">
            <a:extLst>
              <a:ext uri="{6667C576-D65C-467A-810C-E8556AE2D81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DDE0BC9-8C07-4F2E-BEF8-5DFEA320B70E}"/>
              </a:ext>
            </a:extLst>
          </p:cNvPr>
          <p:cNvSpPr>
            <a:spLocks noGrp="1"/>
          </p:cNvSpPr>
          <p:nvPr>
            <p:ph type="sldNum" sz="quarter" idx="12"/>
          </p:nvPr>
        </p:nvSpPr>
        <p:spPr/>
        <p:txBody>
          <a:bodyPr rtlCol="0"/>
          <a:lstStyle>
            <a:lvl1pPr lvl="0"/>
          </a:lstStyle>
          <a:p>
            <a:r>
              <a:rPr lang="en-US" dirty="0"/>
              <a:t>&lt;#&gt;</a:t>
            </a:r>
          </a:p>
        </p:txBody>
      </p:sp>
      <p:sp>
        <p:nvSpPr>
          <p:cNvPr id="9" name="Date Placeholder 3">
            <a:extLst>
              <a:ext uri="{D0895288-3648-49F7-9C94-B046D4AC1A8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47C921F-354C-428D-9523-DE727ECBCBD0}"/>
              </a:ext>
            </a:extLst>
          </p:cNvPr>
          <p:cNvSpPr>
            <a:spLocks noGrp="1"/>
          </p:cNvSpPr>
          <p:nvPr>
            <p:ph type="dt" sz="half" idx="10"/>
          </p:nvPr>
        </p:nvSpPr>
        <p:spPr/>
        <p:txBody>
          <a:bodyPr rtlCol="0"/>
          <a:lstStyle>
            <a:lvl1pPr lvl="0"/>
          </a:lstStyle>
          <a:p>
            <a:r>
              <a:rPr lang="en-US" dirty="0"/>
              <a:t>Date</a:t>
            </a:r>
          </a:p>
        </p:txBody>
      </p:sp>
    </p:spTree>
    <p:extLst>
      <p:ext uri="{3E1D7AC9-1663-4BA8-88E4-B98521B11BD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a:extLst>
              <a:ext uri="{08891E17-CD5F-4AA3-9CC1-09E147BB51F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6226487-336E-4232-83AB-B8C9DD13C2B6}"/>
              </a:ext>
            </a:extLst>
          </p:cNvPr>
          <p:cNvSpPr>
            <a:spLocks noGrp="1"/>
          </p:cNvSpPr>
          <p:nvPr>
            <p:ph type="title"/>
          </p:nvPr>
        </p:nvSpPr>
        <p:spPr>
          <a:xfrm>
            <a:off x="0" y="0"/>
            <a:ext cx="5486039" cy="914040"/>
          </a:xfrm>
          <a:prstGeom prst="rect">
            <a:avLst/>
          </a:prstGeom>
        </p:spPr>
        <p:txBody>
          <a:bodyPr lIns="0" tIns="0" rIns="0" bIns="0" rtlCol="0" anchor="ctr">
            <a:noAutofit/>
          </a:bodyPr>
          <a:lstStyle/>
          <a:p>
            <a:endParaRPr lang="en-US" sz="3000" b="0" strike="noStrike" spc="-1" dirty="0">
              <a:solidFill>
                <a:srgbClr val="000000"/>
              </a:solidFill>
              <a:latin typeface="Arial"/>
            </a:endParaRPr>
          </a:p>
        </p:txBody>
      </p:sp>
      <p:sp>
        <p:nvSpPr>
          <p:cNvPr id="3" name="PlaceHolder 2">
            <a:extLst>
              <a:ext uri="{1186F3C7-A1EC-49AD-BD29-BC7B58B2596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72DFF7F-7075-43E5-9F2B-D6DDF4D68F54}"/>
              </a:ext>
            </a:extLst>
          </p:cNvPr>
          <p:cNvSpPr>
            <a:spLocks noGrp="1"/>
          </p:cNvSpPr>
          <p:nvPr>
            <p:ph type="body" idx="1"/>
          </p:nvPr>
        </p:nvSpPr>
        <p:spPr>
          <a:xfrm>
            <a:off x="457200" y="160452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4" name="PlaceHolder 3">
            <a:extLst>
              <a:ext uri="{B3EB62D3-044D-424C-BDFB-A03B5E6FDB7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F88E4CB-D7A6-46A9-B2EC-5BC1BEDCBA05}"/>
              </a:ext>
            </a:extLst>
          </p:cNvPr>
          <p:cNvSpPr>
            <a:spLocks noGrp="1"/>
          </p:cNvSpPr>
          <p:nvPr>
            <p:ph type="body" idx="2"/>
          </p:nvPr>
        </p:nvSpPr>
        <p:spPr>
          <a:xfrm>
            <a:off x="3239640" y="160452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5" name="PlaceHolder 4">
            <a:extLst>
              <a:ext uri="{831AF208-D681-48FD-91B5-FAC71173B3B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D0017C4-9FC3-4E80-8967-E5AF2D8C61C0}"/>
              </a:ext>
            </a:extLst>
          </p:cNvPr>
          <p:cNvSpPr>
            <a:spLocks noGrp="1"/>
          </p:cNvSpPr>
          <p:nvPr>
            <p:ph type="body" idx="3"/>
          </p:nvPr>
        </p:nvSpPr>
        <p:spPr>
          <a:xfrm>
            <a:off x="6022080" y="160452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6" name="PlaceHolder 5">
            <a:extLst>
              <a:ext uri="{E0D8C49F-300A-4955-B406-3BC25D57F4F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52378CF-AC34-4036-BC0B-69AEAD96021D}"/>
              </a:ext>
            </a:extLst>
          </p:cNvPr>
          <p:cNvSpPr>
            <a:spLocks noGrp="1"/>
          </p:cNvSpPr>
          <p:nvPr>
            <p:ph type="body" idx="4"/>
          </p:nvPr>
        </p:nvSpPr>
        <p:spPr>
          <a:xfrm>
            <a:off x="457200" y="368208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7" name="PlaceHolder 6">
            <a:extLst>
              <a:ext uri="{358E035D-9732-45DC-800C-C3156B67013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1EBDC88-343A-492D-A4E5-A0C8AFA246A4}"/>
              </a:ext>
            </a:extLst>
          </p:cNvPr>
          <p:cNvSpPr>
            <a:spLocks noGrp="1"/>
          </p:cNvSpPr>
          <p:nvPr>
            <p:ph type="body" idx="5"/>
          </p:nvPr>
        </p:nvSpPr>
        <p:spPr>
          <a:xfrm>
            <a:off x="3239640" y="368208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8" name="PlaceHolder 7">
            <a:extLst>
              <a:ext uri="{3B951E5B-CAF1-44B3-8A0F-FA6D78F378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775E1D5-C91C-41DB-86E8-5A26FEE31CA6}"/>
              </a:ext>
            </a:extLst>
          </p:cNvPr>
          <p:cNvSpPr>
            <a:spLocks noGrp="1"/>
          </p:cNvSpPr>
          <p:nvPr>
            <p:ph type="body" idx="6"/>
          </p:nvPr>
        </p:nvSpPr>
        <p:spPr>
          <a:xfrm>
            <a:off x="6022080" y="3682080"/>
            <a:ext cx="2649599" cy="1896840"/>
          </a:xfrm>
          <a:prstGeom prst="rect">
            <a:avLst/>
          </a:prstGeom>
        </p:spPr>
        <p:txBody>
          <a:bodyPr lIns="0" tIns="0" rIns="0" bIns="0" rtlCol="0">
            <a:normAutofit/>
          </a:bodyPr>
          <a:lstStyle/>
          <a:p>
            <a:endParaRPr lang="en-US" sz="3200" b="0" strike="noStrike" spc="-1" dirty="0">
              <a:solidFill>
                <a:srgbClr val="000000"/>
              </a:solidFill>
              <a:latin typeface="Calibri"/>
            </a:endParaRPr>
          </a:p>
        </p:txBody>
      </p:sp>
      <p:sp>
        <p:nvSpPr>
          <p:cNvPr id="9" name="Footer Placeholder 4">
            <a:extLst>
              <a:ext uri="{6826CA5E-F7F2-419D-A296-E7A175223E6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018D69D-98C6-4720-8A0F-72C472C7D57D}"/>
              </a:ext>
            </a:extLst>
          </p:cNvPr>
          <p:cNvSpPr>
            <a:spLocks noGrp="1"/>
          </p:cNvSpPr>
          <p:nvPr>
            <p:ph type="ftr" sz="quarter" idx="11"/>
          </p:nvPr>
        </p:nvSpPr>
        <p:spPr/>
        <p:txBody>
          <a:bodyPr rtlCol="0"/>
          <a:lstStyle>
            <a:lvl1pPr lvl="0"/>
          </a:lstStyle>
          <a:p>
            <a:r>
              <a:rPr lang="en-US" dirty="0"/>
              <a:t>Footer</a:t>
            </a:r>
          </a:p>
        </p:txBody>
      </p:sp>
      <p:sp>
        <p:nvSpPr>
          <p:cNvPr id="10" name="Slide Number Placeholder 5">
            <a:extLst>
              <a:ext uri="{5735E181-D9D1-4E91-A382-87BE39A74A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2051B02-C900-479A-8739-B23A8E1A4B47}"/>
              </a:ext>
            </a:extLst>
          </p:cNvPr>
          <p:cNvSpPr>
            <a:spLocks noGrp="1"/>
          </p:cNvSpPr>
          <p:nvPr>
            <p:ph type="sldNum" sz="quarter" idx="12"/>
          </p:nvPr>
        </p:nvSpPr>
        <p:spPr/>
        <p:txBody>
          <a:bodyPr rtlCol="0"/>
          <a:lstStyle>
            <a:lvl1pPr lvl="0"/>
          </a:lstStyle>
          <a:p>
            <a:r>
              <a:rPr lang="en-US" dirty="0"/>
              <a:t>&lt;#&gt;</a:t>
            </a:r>
          </a:p>
        </p:txBody>
      </p:sp>
      <p:sp>
        <p:nvSpPr>
          <p:cNvPr id="11" name="Date Placeholder 3">
            <a:extLst>
              <a:ext uri="{812447E5-F796-4FE0-ACA4-A01EBB50647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2ED3E93-A3EE-4035-B54C-512BFC62B3C6}"/>
              </a:ext>
            </a:extLst>
          </p:cNvPr>
          <p:cNvSpPr>
            <a:spLocks noGrp="1"/>
          </p:cNvSpPr>
          <p:nvPr>
            <p:ph type="dt" sz="half" idx="10"/>
          </p:nvPr>
        </p:nvSpPr>
        <p:spPr/>
        <p:txBody>
          <a:bodyPr rtlCol="0"/>
          <a:lstStyle>
            <a:lvl1pPr lvl="0"/>
          </a:lstStyle>
          <a:p>
            <a:r>
              <a:rPr lang="en-US" dirty="0"/>
              <a:t>Date</a:t>
            </a:r>
          </a:p>
        </p:txBody>
      </p:sp>
    </p:spTree>
    <p:extLst>
      <p:ext uri="{3D1BB6E4-F09F-4773-AD3F-C6E005C125F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Pr>
        <a:solidFill>
          <a:srgbClr val="FFFFFF"/>
        </a:solidFill>
        <a:effectLst/>
      </p:bgPr>
    </p:bg>
    <p:spTree>
      <p:nvGrpSpPr>
        <p:cNvPr id="1" name=""/>
        <p:cNvGrpSpPr/>
        <p:nvPr/>
      </p:nvGrpSpPr>
      <p:grpSpPr>
        <a:xfrm>
          <a:off x="0" y="0"/>
          <a:ext cx="0" cy="0"/>
          <a:chOff x="0" y="0"/>
          <a:chExt cx="0" cy="0"/>
        </a:xfrm>
      </p:grpSpPr>
      <p:sp>
        <p:nvSpPr>
          <p:cNvPr id="2" name="CustomShape 1">
            <a:extLst>
              <a:ext uri="{6020039B-93E6-41B9-9F8C-72027E1128B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DC6F588-909D-4A94-AF1B-0810B88C7BF3}"/>
              </a:ext>
            </a:extLst>
          </p:cNvPr>
          <p:cNvSpPr/>
          <p:nvPr/>
        </p:nvSpPr>
        <p:spPr>
          <a:xfrm>
            <a:off x="0" y="0"/>
            <a:ext cx="9143639" cy="837720"/>
          </a:xfrm>
          <a:prstGeom prst="rect">
            <a:avLst/>
          </a:prstGeom>
          <a:solidFill>
            <a:srgbClr val="FF3300"/>
          </a:solidFill>
          <a:ln w="9360">
            <a:noFill/>
          </a:ln>
          <a:effectLst/>
        </p:spPr>
        <p:style>
          <a:lnRef idx="0">
            <a:srgbClr val="000000"/>
          </a:lnRef>
          <a:fillRef idx="0">
            <a:srgbClr val="000000"/>
          </a:fillRef>
          <a:effectRef idx="0">
            <a:schemeClr val="accent1"/>
          </a:effectRef>
          <a:fontRef idx="minor">
            <a:schemeClr val="tx1"/>
          </a:fontRef>
        </p:style>
      </p:sp>
      <p:sp>
        <p:nvSpPr>
          <p:cNvPr id="3" name="CustomShape 2">
            <a:extLst>
              <a:ext uri="{70DB6779-6852-40CE-8EA7-BF4158E1C8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2B8240D-F422-4C6A-BD35-B0C9974585CF}"/>
              </a:ext>
            </a:extLst>
          </p:cNvPr>
          <p:cNvSpPr/>
          <p:nvPr/>
        </p:nvSpPr>
        <p:spPr>
          <a:xfrm flipV="1">
            <a:off x="0" y="6704640"/>
            <a:ext cx="9143639" cy="197640"/>
          </a:xfrm>
          <a:prstGeom prst="rect">
            <a:avLst/>
          </a:prstGeom>
          <a:solidFill>
            <a:srgbClr val="FF0000"/>
          </a:solidFill>
          <a:ln w="9360">
            <a:noFill/>
          </a:ln>
          <a:effectLst/>
        </p:spPr>
        <p:style>
          <a:lnRef idx="0">
            <a:srgbClr val="000000"/>
          </a:lnRef>
          <a:fillRef idx="0">
            <a:srgbClr val="000000"/>
          </a:fillRef>
          <a:effectRef idx="0">
            <a:schemeClr val="accent1"/>
          </a:effectRef>
          <a:fontRef idx="minor">
            <a:schemeClr val="tx1"/>
          </a:fontRef>
        </p:style>
      </p:sp>
      <p:pic>
        <p:nvPicPr>
          <p:cNvPr id="4" name="Picture 10" descr="LOGO.gif">
            <a:extLst>
              <a:ext uri="{3BAC5D5D-B770-4F34-9115-CEA45B1CA9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2EB9B6-B8FB-401F-9C5E-24A0F5BCFCAD}"/>
              </a:ext>
            </a:extLst>
          </p:cNvPr>
          <p:cNvPicPr/>
          <p:nvPr/>
        </p:nvPicPr>
        <p:blipFill>
          <a:blip r:embed="rId14"/>
          <a:srcRect b="10718"/>
          <a:stretch>
            <a:fillRect/>
          </a:stretch>
        </p:blipFill>
        <p:spPr>
          <a:xfrm>
            <a:off x="6553080" y="228600"/>
            <a:ext cx="2057040" cy="634680"/>
          </a:xfrm>
          <a:prstGeom prst="rect">
            <a:avLst/>
          </a:prstGeom>
          <a:noFill/>
          <a:ln w="9360">
            <a:noFill/>
          </a:ln>
        </p:spPr>
      </p:pic>
      <p:pic>
        <p:nvPicPr>
          <p:cNvPr id="5" name="Picture 10" descr="LOGO.gif">
            <a:extLst>
              <a:ext uri="{5C515FE0-217D-4927-A1D2-6DFB425316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B5BC841-2F0C-45F3-96BB-2EF2519C1D02}"/>
              </a:ext>
            </a:extLst>
          </p:cNvPr>
          <p:cNvPicPr/>
          <p:nvPr/>
        </p:nvPicPr>
        <p:blipFill>
          <a:blip r:embed="rId14"/>
          <a:srcRect b="10718"/>
          <a:stretch>
            <a:fillRect/>
          </a:stretch>
        </p:blipFill>
        <p:spPr>
          <a:xfrm>
            <a:off x="6553080" y="228600"/>
            <a:ext cx="2057040" cy="634680"/>
          </a:xfrm>
          <a:prstGeom prst="rect">
            <a:avLst/>
          </a:prstGeom>
          <a:noFill/>
          <a:ln w="9360">
            <a:noFill/>
          </a:ln>
        </p:spPr>
      </p:pic>
      <p:grpSp>
        <p:nvGrpSpPr>
          <p:cNvPr id="6" name="Group 3">
            <a:extLst>
              <a:ext uri="{85BD558E-6550-4960-915B-15EE57EF29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84A0A-02CD-4A45-A179-BFB4BECC8FF8}"/>
              </a:ext>
            </a:extLst>
          </p:cNvPr>
          <p:cNvGrpSpPr/>
          <p:nvPr/>
        </p:nvGrpSpPr>
        <p:grpSpPr>
          <a:xfrm>
            <a:off x="6146640" y="0"/>
            <a:ext cx="2997000" cy="875880"/>
            <a:chOff x="6146640" y="0"/>
            <a:chExt cx="2997000" cy="875880"/>
          </a:xfrm>
        </p:grpSpPr>
        <p:sp>
          <p:nvSpPr>
            <p:cNvPr id="7" name="CustomShape 4">
              <a:extLst>
                <a:ext uri="{0BB3CD4E-46F3-4714-BE98-D4E4085A80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A4923-D334-4C17-8C76-B647B0C18D98}"/>
                </a:ext>
              </a:extLst>
            </p:cNvPr>
            <p:cNvSpPr/>
            <p:nvPr/>
          </p:nvSpPr>
          <p:spPr>
            <a:xfrm>
              <a:off x="6146640" y="0"/>
              <a:ext cx="2997000" cy="837720"/>
            </a:xfrm>
            <a:prstGeom prst="rect">
              <a:avLst/>
            </a:prstGeom>
            <a:solidFill>
              <a:srgbClr val="FF3300"/>
            </a:solidFill>
            <a:ln w="9360">
              <a:noFill/>
            </a:ln>
            <a:effectLst/>
          </p:spPr>
          <p:style>
            <a:lnRef idx="0">
              <a:srgbClr val="000000"/>
            </a:lnRef>
            <a:fillRef idx="0">
              <a:srgbClr val="000000"/>
            </a:fillRef>
            <a:effectRef idx="0">
              <a:schemeClr val="accent1"/>
            </a:effectRef>
            <a:fontRef idx="minor">
              <a:schemeClr val="tx1"/>
            </a:fontRef>
          </p:style>
        </p:sp>
        <p:pic>
          <p:nvPicPr>
            <p:cNvPr id="8" name="Picture 9" descr="LOGO.gif">
              <a:extLst>
                <a:ext uri="{6467126D-EC8B-4D83-B62F-911BB00D1D1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6BEE510-8173-4C82-AE99-42D49A3F6EAF}"/>
                </a:ext>
              </a:extLst>
            </p:cNvPr>
            <p:cNvPicPr/>
            <p:nvPr/>
          </p:nvPicPr>
          <p:blipFill>
            <a:blip r:embed="rId14"/>
            <a:srcRect b="10718"/>
            <a:stretch>
              <a:fillRect/>
            </a:stretch>
          </p:blipFill>
          <p:spPr>
            <a:xfrm>
              <a:off x="6553080" y="228600"/>
              <a:ext cx="2057040" cy="634680"/>
            </a:xfrm>
            <a:prstGeom prst="rect">
              <a:avLst/>
            </a:prstGeom>
            <a:noFill/>
            <a:ln w="9360">
              <a:noFill/>
            </a:ln>
          </p:spPr>
        </p:pic>
        <p:sp>
          <p:nvSpPr>
            <p:cNvPr id="9" name="CustomShape 5">
              <a:extLst>
                <a:ext uri="{0B8F8274-7A8E-4CCF-8FA6-B5DD393D7B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399502F-055F-4FBA-87E6-A3E5CCE9C237}"/>
                </a:ext>
              </a:extLst>
            </p:cNvPr>
            <p:cNvSpPr/>
            <p:nvPr/>
          </p:nvSpPr>
          <p:spPr>
            <a:xfrm>
              <a:off x="6527880" y="190440"/>
              <a:ext cx="2076120" cy="68544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tx1"/>
            </a:fontRef>
          </p:style>
        </p:sp>
      </p:grpSp>
      <p:pic>
        <p:nvPicPr>
          <p:cNvPr id="10" name="Picture 15" descr="logo.jpg">
            <a:extLst>
              <a:ext uri="{B899ED1A-B8C1-45BA-950E-C1BEFE0486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6A6FF20-0CD8-46AD-ABF4-24E4E0696DC6}"/>
              </a:ext>
            </a:extLst>
          </p:cNvPr>
          <p:cNvPicPr/>
          <p:nvPr/>
        </p:nvPicPr>
        <p:blipFill>
          <a:blip r:embed="rId15"/>
          <a:stretch>
            <a:fillRect/>
          </a:stretch>
        </p:blipFill>
        <p:spPr>
          <a:xfrm>
            <a:off x="6553080" y="228600"/>
            <a:ext cx="1920600" cy="609120"/>
          </a:xfrm>
          <a:prstGeom prst="rect">
            <a:avLst/>
          </a:prstGeom>
          <a:noFill/>
          <a:ln w="9360">
            <a:noFill/>
          </a:ln>
        </p:spPr>
      </p:pic>
      <p:pic>
        <p:nvPicPr>
          <p:cNvPr id="11" name="Picture 10" descr="LOGO.gif">
            <a:extLst>
              <a:ext uri="{64FE3CB0-F299-4BF4-8DB9-A7B0212B7F1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2F39D56-D52E-41C6-BB6B-0AB65DA8F774}"/>
              </a:ext>
            </a:extLst>
          </p:cNvPr>
          <p:cNvPicPr/>
          <p:nvPr/>
        </p:nvPicPr>
        <p:blipFill>
          <a:blip r:embed="rId14"/>
          <a:srcRect b="10718"/>
          <a:stretch>
            <a:fillRect/>
          </a:stretch>
        </p:blipFill>
        <p:spPr>
          <a:xfrm>
            <a:off x="6553080" y="228600"/>
            <a:ext cx="2057040" cy="634680"/>
          </a:xfrm>
          <a:prstGeom prst="rect">
            <a:avLst/>
          </a:prstGeom>
          <a:noFill/>
          <a:ln w="9360">
            <a:noFill/>
          </a:ln>
        </p:spPr>
      </p:pic>
      <p:grpSp>
        <p:nvGrpSpPr>
          <p:cNvPr id="12" name="Group 6">
            <a:extLst>
              <a:ext uri="{5C1DAB7B-4144-46F7-9391-39D2896A190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F6B02B-6169-4565-BAC6-D866CBE071C4}"/>
              </a:ext>
            </a:extLst>
          </p:cNvPr>
          <p:cNvGrpSpPr/>
          <p:nvPr/>
        </p:nvGrpSpPr>
        <p:grpSpPr>
          <a:xfrm>
            <a:off x="6146640" y="0"/>
            <a:ext cx="2997000" cy="875880"/>
            <a:chOff x="6146640" y="0"/>
            <a:chExt cx="2997000" cy="875880"/>
          </a:xfrm>
        </p:grpSpPr>
        <p:sp>
          <p:nvSpPr>
            <p:cNvPr id="13" name="CustomShape 7">
              <a:extLst>
                <a:ext uri="{E93006CA-FB14-4A05-8F40-023865E8496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CFFB17F-8D7F-406E-916D-784BBAA9CA49}"/>
                </a:ext>
              </a:extLst>
            </p:cNvPr>
            <p:cNvSpPr/>
            <p:nvPr/>
          </p:nvSpPr>
          <p:spPr>
            <a:xfrm>
              <a:off x="6146640" y="0"/>
              <a:ext cx="2997000" cy="837720"/>
            </a:xfrm>
            <a:prstGeom prst="rect">
              <a:avLst/>
            </a:prstGeom>
            <a:solidFill>
              <a:srgbClr val="FF3300"/>
            </a:solidFill>
            <a:ln w="9360">
              <a:noFill/>
            </a:ln>
            <a:effectLst/>
          </p:spPr>
          <p:style>
            <a:lnRef idx="0">
              <a:srgbClr val="000000"/>
            </a:lnRef>
            <a:fillRef idx="0">
              <a:srgbClr val="000000"/>
            </a:fillRef>
            <a:effectRef idx="0">
              <a:schemeClr val="accent1"/>
            </a:effectRef>
            <a:fontRef idx="minor">
              <a:schemeClr val="tx1"/>
            </a:fontRef>
          </p:style>
        </p:sp>
        <p:pic>
          <p:nvPicPr>
            <p:cNvPr id="14" name="Picture 9" descr="LOGO.gif">
              <a:extLst>
                <a:ext uri="{3F3DDB22-625E-4F05-B139-6E8EF3D4655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F0FE42-2399-440A-A62E-A149C718BD42}"/>
                </a:ext>
              </a:extLst>
            </p:cNvPr>
            <p:cNvPicPr/>
            <p:nvPr/>
          </p:nvPicPr>
          <p:blipFill>
            <a:blip r:embed="rId14"/>
            <a:srcRect b="10718"/>
            <a:stretch>
              <a:fillRect/>
            </a:stretch>
          </p:blipFill>
          <p:spPr>
            <a:xfrm>
              <a:off x="6553080" y="228600"/>
              <a:ext cx="2057040" cy="634680"/>
            </a:xfrm>
            <a:prstGeom prst="rect">
              <a:avLst/>
            </a:prstGeom>
            <a:noFill/>
            <a:ln w="9360">
              <a:noFill/>
            </a:ln>
          </p:spPr>
        </p:pic>
        <p:sp>
          <p:nvSpPr>
            <p:cNvPr id="15" name="CustomShape 8">
              <a:extLst>
                <a:ext uri="{FCDC4AA9-2B29-48CE-BAC1-6A111CBF5B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C90C34B-B092-43A5-8B67-3B977528D11F}"/>
                </a:ext>
              </a:extLst>
            </p:cNvPr>
            <p:cNvSpPr/>
            <p:nvPr/>
          </p:nvSpPr>
          <p:spPr>
            <a:xfrm>
              <a:off x="6527880" y="190440"/>
              <a:ext cx="2076120" cy="68544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tx1"/>
            </a:fontRef>
          </p:style>
        </p:sp>
      </p:grpSp>
      <p:pic>
        <p:nvPicPr>
          <p:cNvPr id="16" name="Picture 15" descr="logo.jpg">
            <a:extLst>
              <a:ext uri="{A8920B9D-AF1E-4E72-A7DC-9ADA8D41A2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40FE61C-97F4-4142-8364-4F174B7095A3}"/>
              </a:ext>
            </a:extLst>
          </p:cNvPr>
          <p:cNvPicPr/>
          <p:nvPr/>
        </p:nvPicPr>
        <p:blipFill>
          <a:blip r:embed="rId15"/>
          <a:stretch>
            <a:fillRect/>
          </a:stretch>
        </p:blipFill>
        <p:spPr>
          <a:xfrm>
            <a:off x="6553080" y="228600"/>
            <a:ext cx="1920600" cy="609120"/>
          </a:xfrm>
          <a:prstGeom prst="rect">
            <a:avLst/>
          </a:prstGeom>
          <a:noFill/>
          <a:ln w="9360">
            <a:noFill/>
          </a:ln>
        </p:spPr>
      </p:pic>
      <p:sp>
        <p:nvSpPr>
          <p:cNvPr id="17" name="PlaceHolder 9">
            <a:extLst>
              <a:ext uri="{908A0A0C-A5F0-48E0-9B96-40FAFC00F3A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FE0840E-59A6-46EC-A8B5-9C4FCA9DD189}"/>
              </a:ext>
            </a:extLst>
          </p:cNvPr>
          <p:cNvSpPr>
            <a:spLocks noGrp="1"/>
          </p:cNvSpPr>
          <p:nvPr>
            <p:ph type="title"/>
          </p:nvPr>
        </p:nvSpPr>
        <p:spPr>
          <a:xfrm>
            <a:off x="0" y="0"/>
            <a:ext cx="6476760" cy="837720"/>
          </a:xfrm>
          <a:prstGeom prst="rect">
            <a:avLst/>
          </a:prstGeom>
        </p:spPr>
        <p:txBody>
          <a:bodyPr lIns="91440" tIns="45720" rIns="91440" bIns="45720" rtlCol="0" anchor="ctr">
            <a:noAutofit/>
          </a:bodyPr>
          <a:lstStyle/>
          <a:p>
            <a:pPr algn="ctr">
              <a:lnSpc>
                <a:spcPct val="100000"/>
              </a:lnSpc>
            </a:pPr>
            <a:r>
              <a:rPr lang="en-US" sz="3000" b="0" strike="noStrike" spc="-1" dirty="0">
                <a:solidFill>
                  <a:srgbClr val="000000"/>
                </a:solidFill>
                <a:latin typeface="Calibri"/>
              </a:rPr>
              <a:t>Click to edit Master title style</a:t>
            </a:r>
          </a:p>
        </p:txBody>
      </p:sp>
      <p:sp>
        <p:nvSpPr>
          <p:cNvPr id="18" name="PlaceHolder 10">
            <a:extLst>
              <a:ext uri="{0FB503D6-4BA1-4049-B4D7-458ADB9BF15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1428E-5B05-49F4-BE3A-A24E0D4D409D}"/>
              </a:ext>
            </a:extLst>
          </p:cNvPr>
          <p:cNvSpPr>
            <a:spLocks noGrp="1"/>
          </p:cNvSpPr>
          <p:nvPr>
            <p:ph type="body" idx="1"/>
          </p:nvPr>
        </p:nvSpPr>
        <p:spPr>
          <a:xfrm>
            <a:off x="457200" y="1371600"/>
            <a:ext cx="8229239" cy="4525559"/>
          </a:xfrm>
          <a:prstGeom prst="rect">
            <a:avLst/>
          </a:prstGeom>
        </p:spPr>
        <p:txBody>
          <a:bodyPr lIns="91440" tIns="45720" rIns="91440" bIns="45720" rtlCol="0">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rPr>
              <a:t>Click to edit Master text styles</a:t>
            </a: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rPr>
              <a:t>Second level</a:t>
            </a: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rPr>
              <a:t>Third level</a:t>
            </a: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rPr>
              <a:t>Fourth level</a:t>
            </a: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rPr>
              <a:t>Fifth level</a:t>
            </a:r>
          </a:p>
        </p:txBody>
      </p:sp>
      <p:sp>
        <p:nvSpPr>
          <p:cNvPr id="19" name="PlaceHolder 11">
            <a:extLst>
              <a:ext uri="{34E1CE08-00F3-4CF5-90E1-C268602BD35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EBDEFDA-F776-42EE-B902-352655F244F0}"/>
              </a:ext>
            </a:extLst>
          </p:cNvPr>
          <p:cNvSpPr>
            <a:spLocks noGrp="1"/>
          </p:cNvSpPr>
          <p:nvPr>
            <p:ph type="dt" sz="half" idx="2"/>
          </p:nvPr>
        </p:nvSpPr>
        <p:spPr>
          <a:xfrm>
            <a:off x="457200" y="6356520"/>
            <a:ext cx="2133359" cy="364680"/>
          </a:xfrm>
          <a:prstGeom prst="rect">
            <a:avLst/>
          </a:prstGeom>
        </p:spPr>
        <p:txBody>
          <a:bodyPr lIns="91440" tIns="45720" rIns="91440" bIns="45720" rtlCol="0" anchor="ctr">
            <a:noAutofit/>
          </a:bodyPr>
          <a:lstStyle/>
          <a:p>
            <a:pPr>
              <a:lnSpc>
                <a:spcPct val="100000"/>
              </a:lnSpc>
            </a:pPr>
            <a:endParaRPr lang="en-GB" sz="1200" b="0" strike="noStrike" spc="-1" dirty="0">
              <a:latin typeface="Times New Roman"/>
            </a:endParaRPr>
          </a:p>
        </p:txBody>
      </p:sp>
      <p:sp>
        <p:nvSpPr>
          <p:cNvPr id="20" name="PlaceHolder 12">
            <a:extLst>
              <a:ext uri="{77409E69-C51E-4D61-8B27-6B380FE34C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694BBC0-7DFB-4B7F-8E92-57FEEB034BF4}"/>
              </a:ext>
            </a:extLst>
          </p:cNvPr>
          <p:cNvSpPr>
            <a:spLocks noGrp="1"/>
          </p:cNvSpPr>
          <p:nvPr>
            <p:ph type="ftr" sz="quarter" idx="3"/>
          </p:nvPr>
        </p:nvSpPr>
        <p:spPr>
          <a:xfrm>
            <a:off x="3124080" y="6356520"/>
            <a:ext cx="2895120" cy="364680"/>
          </a:xfrm>
          <a:prstGeom prst="rect">
            <a:avLst/>
          </a:prstGeom>
        </p:spPr>
        <p:txBody>
          <a:bodyPr lIns="91440" tIns="45720" rIns="91440" bIns="45720" rtlCol="0" anchor="ctr">
            <a:noAutofit/>
          </a:bodyPr>
          <a:lstStyle/>
          <a:p>
            <a:r>
              <a:rPr lang="en-GB" sz="2400" b="0" strike="noStrike" spc="-1" dirty="0">
                <a:latin typeface="Times New Roman"/>
              </a:rPr>
              <a:t>Name</a:t>
            </a:r>
          </a:p>
        </p:txBody>
      </p:sp>
      <p:sp>
        <p:nvSpPr>
          <p:cNvPr id="21" name="PlaceHolder 13">
            <a:extLst>
              <a:ext uri="{CC205213-EEC0-40E5-99E5-E3BAD5AF970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E58C389-B2BA-4A07-A1D7-D3AAA229960F}"/>
              </a:ext>
            </a:extLst>
          </p:cNvPr>
          <p:cNvSpPr>
            <a:spLocks noGrp="1"/>
          </p:cNvSpPr>
          <p:nvPr>
            <p:ph type="sldNum" sz="quarter" idx="4"/>
          </p:nvPr>
        </p:nvSpPr>
        <p:spPr>
          <a:xfrm>
            <a:off x="6553080" y="6356520"/>
            <a:ext cx="2133359" cy="364680"/>
          </a:xfrm>
          <a:prstGeom prst="rect">
            <a:avLst/>
          </a:prstGeom>
        </p:spPr>
        <p:txBody>
          <a:bodyPr lIns="91440" tIns="45720" rIns="91440" bIns="45720" rtlCol="0" anchor="ctr">
            <a:noAutofit/>
          </a:bodyPr>
          <a:lstStyle/>
          <a:p>
            <a:pPr algn="r">
              <a:lnSpc>
                <a:spcPct val="100000"/>
              </a:lnSpc>
            </a:pPr>
            <a:fld id="{CABE9B1C-85BE-4435-86B1-D479A11DD967}" type="slidenum">
              <a:t>‹#›</a:t>
            </a:fld>
            <a:endParaRPr lang="en-US" sz="1200" b="0" strike="noStrike" spc="-1" dirty="0">
              <a:solidFill>
                <a:srgbClr val="898989"/>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Font typeface="Arial"/>
        <a:buChar char="•"/>
        <a:defRPr lang="en-US" sz="2800" dirty="0">
          <a:solidFill>
            <a:schemeClr val="tx1"/>
          </a:solidFill>
          <a:latin typeface="+mn-lt"/>
        </a:defRPr>
      </a:lvl1pPr>
      <a:lvl2pPr marL="685800" lvl="1" indent="-228600" algn="l" rtl="0">
        <a:lnSpc>
          <a:spcPct val="90000"/>
        </a:lnSpc>
        <a:spcBef>
          <a:spcPts val="500"/>
        </a:spcBef>
        <a:buFont typeface="Arial"/>
        <a:buChar char="•"/>
        <a:defRPr lang="en-US" sz="2400" dirty="0">
          <a:solidFill>
            <a:schemeClr val="tx1"/>
          </a:solidFill>
          <a:latin typeface="+mn-lt"/>
        </a:defRPr>
      </a:lvl2pPr>
      <a:lvl3pPr marL="1143000" lvl="2" indent="-228600" algn="l" rtl="0">
        <a:lnSpc>
          <a:spcPct val="90000"/>
        </a:lnSpc>
        <a:spcBef>
          <a:spcPts val="500"/>
        </a:spcBef>
        <a:buFont typeface="Arial"/>
        <a:buChar char="•"/>
        <a:defRPr lang="en-US" sz="2000" dirty="0">
          <a:solidFill>
            <a:schemeClr val="tx1"/>
          </a:solidFill>
          <a:latin typeface="+mn-lt"/>
        </a:defRPr>
      </a:lvl3pPr>
      <a:lvl4pPr marL="1600200" lvl="3" indent="-228600" algn="l" rtl="0">
        <a:lnSpc>
          <a:spcPct val="90000"/>
        </a:lnSpc>
        <a:spcBef>
          <a:spcPts val="500"/>
        </a:spcBef>
        <a:buFont typeface="Arial"/>
        <a:buChar char="•"/>
        <a:defRPr lang="en-US" sz="1800" dirty="0">
          <a:solidFill>
            <a:schemeClr val="tx1"/>
          </a:solidFill>
          <a:latin typeface="+mn-lt"/>
        </a:defRPr>
      </a:lvl4pPr>
      <a:lvl5pPr marL="2057400" lvl="4" indent="-228600" algn="l" rtl="0">
        <a:lnSpc>
          <a:spcPct val="90000"/>
        </a:lnSpc>
        <a:spcBef>
          <a:spcPts val="500"/>
        </a:spcBef>
        <a:buFont typeface="Arial"/>
        <a:buChar char="•"/>
        <a:defRPr lang="en-US" sz="1800" dirty="0">
          <a:solidFill>
            <a:schemeClr val="tx1"/>
          </a:solidFill>
          <a:latin typeface="+mn-lt"/>
        </a:defRPr>
      </a:lvl5pPr>
      <a:lvl6pPr marL="2514600" lvl="5" indent="-228600" algn="l" rtl="0">
        <a:lnSpc>
          <a:spcPct val="90000"/>
        </a:lnSpc>
        <a:spcBef>
          <a:spcPts val="500"/>
        </a:spcBef>
        <a:buFont typeface="Arial"/>
        <a:buChar char="•"/>
        <a:defRPr lang="en-US" sz="1800" dirty="0">
          <a:solidFill>
            <a:schemeClr val="tx1"/>
          </a:solidFill>
          <a:latin typeface="+mn-lt"/>
        </a:defRPr>
      </a:lvl6pPr>
      <a:lvl7pPr marL="2971800" lvl="6" indent="-228600" algn="l" rtl="0">
        <a:lnSpc>
          <a:spcPct val="90000"/>
        </a:lnSpc>
        <a:spcBef>
          <a:spcPts val="500"/>
        </a:spcBef>
        <a:buFont typeface="Arial"/>
        <a:buChar char="•"/>
        <a:defRPr lang="en-US" sz="1800" dirty="0">
          <a:solidFill>
            <a:schemeClr val="tx1"/>
          </a:solidFill>
          <a:latin typeface="+mn-lt"/>
        </a:defRPr>
      </a:lvl7pPr>
      <a:lvl8pPr marL="3429000" lvl="7" indent="-228600" algn="l" rtl="0">
        <a:lnSpc>
          <a:spcPct val="90000"/>
        </a:lnSpc>
        <a:spcBef>
          <a:spcPts val="500"/>
        </a:spcBef>
        <a:buFont typeface="Arial"/>
        <a:buChar char="•"/>
        <a:defRPr lang="en-US" sz="1800" dirty="0">
          <a:solidFill>
            <a:schemeClr val="tx1"/>
          </a:solidFill>
          <a:latin typeface="+mn-lt"/>
        </a:defRPr>
      </a:lvl8pPr>
      <a:lvl9pPr marL="3886200" lvl="8" indent="-228600" algn="l" rtl="0">
        <a:lnSpc>
          <a:spcPct val="90000"/>
        </a:lnSpc>
        <a:spcBef>
          <a:spcPts val="500"/>
        </a:spcBef>
        <a:buFont typeface="Arial"/>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express.j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netninja.dev/p/node-js-crash-course" TargetMode="External"/><Relationship Id="rId7" Type="http://schemas.openxmlformats.org/officeDocument/2006/relationships/hyperlink" Target="https://www.mongodb.com/atlas" TargetMode="External"/><Relationship Id="rId2" Type="http://schemas.openxmlformats.org/officeDocument/2006/relationships/hyperlink" Target="https://nodejs.org/en/learn/getting-started/introduction-to-nodejs" TargetMode="External"/><Relationship Id="rId1" Type="http://schemas.openxmlformats.org/officeDocument/2006/relationships/slideLayout" Target="../slideLayouts/slideLayout1.xml"/><Relationship Id="rId6" Type="http://schemas.openxmlformats.org/officeDocument/2006/relationships/hyperlink" Target="https://mongoosejs.com/" TargetMode="External"/><Relationship Id="rId5" Type="http://schemas.openxmlformats.org/officeDocument/2006/relationships/hyperlink" Target="https://www.npmjs.com/" TargetMode="External"/><Relationship Id="rId4" Type="http://schemas.openxmlformats.org/officeDocument/2006/relationships/hyperlink" Target="https://www.mongodb.com/doc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extShape 1">
            <a:extLst>
              <a:ext uri="{915281ED-B2E6-4B6B-A1E4-EDE474CDB09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A18DF06-ACEE-41B1-B72F-529ABAD87F5A}"/>
              </a:ext>
            </a:extLst>
          </p:cNvPr>
          <p:cNvSpPr txBox="1"/>
          <p:nvPr/>
        </p:nvSpPr>
        <p:spPr>
          <a:xfrm>
            <a:off x="0" y="840630"/>
            <a:ext cx="9144000" cy="5788770"/>
          </a:xfrm>
          <a:prstGeom prst="rect">
            <a:avLst/>
          </a:prstGeom>
          <a:noFill/>
          <a:ln w="9360">
            <a:noFill/>
          </a:ln>
        </p:spPr>
        <p:txBody>
          <a:bodyPr rtlCol="0">
            <a:noAutofit/>
          </a:bodyPr>
          <a:lstStyle/>
          <a:p>
            <a:pPr algn="ctr">
              <a:lnSpc>
                <a:spcPct val="100000"/>
              </a:lnSpc>
              <a:spcBef>
                <a:spcPts val="400"/>
              </a:spcBef>
            </a:pPr>
            <a:endParaRPr lang="en-IN" sz="2000" b="1" dirty="0">
              <a:latin typeface="Times New Roman"/>
            </a:endParaRPr>
          </a:p>
          <a:p>
            <a:pPr algn="ctr">
              <a:lnSpc>
                <a:spcPct val="100000"/>
              </a:lnSpc>
              <a:spcBef>
                <a:spcPts val="400"/>
              </a:spcBef>
            </a:pPr>
            <a:r>
              <a:rPr lang="en-IN" sz="2000" b="1" dirty="0">
                <a:latin typeface="Times New Roman"/>
              </a:rPr>
              <a:t>Project Presentation of </a:t>
            </a:r>
            <a:r>
              <a:rPr lang="en-IN" sz="2000" b="1" dirty="0" err="1">
                <a:latin typeface="Times New Roman"/>
              </a:rPr>
              <a:t>Ptoject</a:t>
            </a:r>
            <a:r>
              <a:rPr lang="en-IN" sz="2000" b="1" dirty="0">
                <a:latin typeface="Times New Roman"/>
              </a:rPr>
              <a:t> </a:t>
            </a:r>
          </a:p>
          <a:p>
            <a:pPr algn="ctr">
              <a:lnSpc>
                <a:spcPct val="100000"/>
              </a:lnSpc>
              <a:spcBef>
                <a:spcPts val="400"/>
              </a:spcBef>
            </a:pPr>
            <a:r>
              <a:rPr lang="en-US" sz="2000" spc="-1" dirty="0">
                <a:latin typeface="Times New Roman"/>
              </a:rPr>
              <a:t>On</a:t>
            </a:r>
          </a:p>
          <a:p>
            <a:pPr algn="ctr">
              <a:lnSpc>
                <a:spcPct val="100000"/>
              </a:lnSpc>
              <a:spcBef>
                <a:spcPts val="400"/>
              </a:spcBef>
            </a:pPr>
            <a:r>
              <a:rPr lang="en-US" sz="3600" b="1" dirty="0" err="1">
                <a:latin typeface="Times New Roman"/>
              </a:rPr>
              <a:t>CulinaryCrafts</a:t>
            </a:r>
            <a:r>
              <a:rPr lang="en-US" sz="3600" dirty="0">
                <a:latin typeface="Times New Roman"/>
              </a:rPr>
              <a:t> : A Food App</a:t>
            </a:r>
          </a:p>
          <a:p>
            <a:pPr algn="ctr">
              <a:lnSpc>
                <a:spcPct val="100000"/>
              </a:lnSpc>
              <a:spcBef>
                <a:spcPts val="400"/>
              </a:spcBef>
            </a:pPr>
            <a:endParaRPr lang="en-US" sz="2000" spc="-1" dirty="0">
              <a:solidFill>
                <a:srgbClr val="000000"/>
              </a:solidFill>
              <a:latin typeface="Times New Roman"/>
            </a:endParaRPr>
          </a:p>
          <a:p>
            <a:pPr algn="ctr">
              <a:spcBef>
                <a:spcPts val="400"/>
              </a:spcBef>
            </a:pPr>
            <a:endParaRPr lang="en-US" sz="2000" dirty="0">
              <a:latin typeface="Times New Roman"/>
            </a:endParaRPr>
          </a:p>
          <a:p>
            <a:pPr algn="ctr">
              <a:spcBef>
                <a:spcPts val="400"/>
              </a:spcBef>
            </a:pPr>
            <a:endParaRPr lang="en-US" sz="3200" dirty="0">
              <a:latin typeface="Times New Roman"/>
            </a:endParaRPr>
          </a:p>
          <a:p>
            <a:pPr algn="ctr">
              <a:spcBef>
                <a:spcPts val="400"/>
              </a:spcBef>
            </a:pPr>
            <a:endParaRPr lang="en-US" sz="2000" spc="-1" dirty="0">
              <a:solidFill>
                <a:srgbClr val="000000"/>
              </a:solidFill>
              <a:latin typeface="Times New Roman"/>
            </a:endParaRPr>
          </a:p>
          <a:p>
            <a:pPr algn="ctr">
              <a:spcBef>
                <a:spcPts val="400"/>
              </a:spcBef>
            </a:pPr>
            <a:endParaRPr lang="en-US" sz="2000" spc="-1" dirty="0">
              <a:solidFill>
                <a:srgbClr val="000000"/>
              </a:solidFill>
              <a:latin typeface="Times New Roman"/>
            </a:endParaRPr>
          </a:p>
          <a:p>
            <a:pPr algn="ctr">
              <a:lnSpc>
                <a:spcPct val="100000"/>
              </a:lnSpc>
              <a:spcBef>
                <a:spcPts val="400"/>
              </a:spcBef>
            </a:pPr>
            <a:endParaRPr lang="en-US" sz="2000" spc="-1" dirty="0">
              <a:solidFill>
                <a:srgbClr val="000000"/>
              </a:solidFill>
              <a:latin typeface="Times New Roman"/>
            </a:endParaRPr>
          </a:p>
          <a:p>
            <a:pPr>
              <a:lnSpc>
                <a:spcPct val="100000"/>
              </a:lnSpc>
              <a:spcBef>
                <a:spcPts val="641"/>
              </a:spcBef>
            </a:pPr>
            <a:endParaRPr lang="en-US" sz="2000" b="0" strike="noStrike" spc="-1" dirty="0">
              <a:solidFill>
                <a:srgbClr val="000000"/>
              </a:solidFill>
              <a:latin typeface="Calibri"/>
            </a:endParaRPr>
          </a:p>
        </p:txBody>
      </p:sp>
      <p:sp>
        <p:nvSpPr>
          <p:cNvPr id="4" name="TextBox 3">
            <a:extLst>
              <a:ext uri="{FF2B5EF4-FFF2-40B4-BE49-F238E27FC236}">
                <a16:creationId xmlns:a16="http://schemas.microsoft.com/office/drawing/2014/main" id="{5E91ECE4-C062-29EC-13FE-7AF8EFFE2C85}"/>
              </a:ext>
            </a:extLst>
          </p:cNvPr>
          <p:cNvSpPr txBox="1"/>
          <p:nvPr/>
        </p:nvSpPr>
        <p:spPr>
          <a:xfrm>
            <a:off x="331224" y="3735015"/>
            <a:ext cx="4953000" cy="1938992"/>
          </a:xfrm>
          <a:prstGeom prst="rect">
            <a:avLst/>
          </a:prstGeom>
          <a:noFill/>
        </p:spPr>
        <p:txBody>
          <a:bodyPr wrap="square" rtlCol="0">
            <a:spAutoFit/>
          </a:bodyPr>
          <a:lstStyle/>
          <a:p>
            <a:pPr algn="ctr">
              <a:spcBef>
                <a:spcPts val="400"/>
              </a:spcBef>
            </a:pPr>
            <a:endParaRPr lang="en-US" sz="2400" dirty="0">
              <a:latin typeface="Times New Roman"/>
            </a:endParaRPr>
          </a:p>
          <a:p>
            <a:r>
              <a:rPr lang="en-US" sz="2400" dirty="0">
                <a:latin typeface="Times New Roman"/>
              </a:rPr>
              <a:t>Submitted By:</a:t>
            </a:r>
            <a:br>
              <a:rPr lang="en-US" sz="2400" dirty="0">
                <a:latin typeface="Times New Roman"/>
              </a:rPr>
            </a:br>
            <a:r>
              <a:rPr lang="en-US" dirty="0">
                <a:latin typeface="Times New Roman"/>
              </a:rPr>
              <a:t>Ishaan Singla (2210992582)</a:t>
            </a:r>
          </a:p>
          <a:p>
            <a:r>
              <a:rPr lang="en-US" dirty="0">
                <a:latin typeface="Times New Roman"/>
              </a:rPr>
              <a:t>Sanya Bajaj (2210992255)</a:t>
            </a:r>
          </a:p>
          <a:p>
            <a:r>
              <a:rPr lang="en-US" dirty="0">
                <a:latin typeface="Times New Roman"/>
              </a:rPr>
              <a:t>Ishneet (2210991681)</a:t>
            </a:r>
          </a:p>
          <a:p>
            <a:endParaRPr lang="en-IN" dirty="0"/>
          </a:p>
        </p:txBody>
      </p:sp>
      <p:sp>
        <p:nvSpPr>
          <p:cNvPr id="11" name="TextBox 10">
            <a:extLst>
              <a:ext uri="{FF2B5EF4-FFF2-40B4-BE49-F238E27FC236}">
                <a16:creationId xmlns:a16="http://schemas.microsoft.com/office/drawing/2014/main" id="{07EAB398-32F9-AC3C-834E-C2B862F7CAD8}"/>
              </a:ext>
            </a:extLst>
          </p:cNvPr>
          <p:cNvSpPr txBox="1"/>
          <p:nvPr/>
        </p:nvSpPr>
        <p:spPr>
          <a:xfrm>
            <a:off x="5600700" y="4060020"/>
            <a:ext cx="2247900" cy="73866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Submitted To:</a:t>
            </a:r>
          </a:p>
          <a:p>
            <a:r>
              <a:rPr lang="en-US" dirty="0">
                <a:latin typeface="Times New Roman" panose="02020603050405020304" pitchFamily="18" charset="0"/>
                <a:cs typeface="Times New Roman" panose="02020603050405020304" pitchFamily="18" charset="0"/>
              </a:rPr>
              <a:t>Dr. Preeti Saini </a:t>
            </a:r>
            <a:endParaRPr lang="en-IN" dirty="0">
              <a:latin typeface="Times New Roman" panose="02020603050405020304" pitchFamily="18" charset="0"/>
              <a:cs typeface="Times New Roman" panose="02020603050405020304" pitchFamily="18" charset="0"/>
            </a:endParaRPr>
          </a:p>
        </p:txBody>
      </p:sp>
    </p:spTree>
    <p:extLst>
      <p:ext uri="{D4F75D74-FC1A-43EC-9948-CC7D1D132D4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996AF645-5A86-4B42-9BED-2A5770D898B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73C1C26-6C3B-47E5-800F-4EF92372E049}"/>
              </a:ext>
            </a:extLst>
          </p:cNvPr>
          <p:cNvSpPr>
            <a:spLocks noGrp="1"/>
          </p:cNvSpPr>
          <p:nvPr>
            <p:ph type="title" idx="2"/>
          </p:nvPr>
        </p:nvSpPr>
        <p:spPr>
          <a:xfrm>
            <a:off x="76200" y="139863"/>
            <a:ext cx="6321496" cy="685800"/>
          </a:xfrm>
        </p:spPr>
        <p:txBody>
          <a:bodyPr rtlCol="0">
            <a:normAutofit/>
          </a:bodyPr>
          <a:lstStyle/>
          <a:p>
            <a:pPr marL="0" indent="0" algn="ctr">
              <a:buNone/>
            </a:pPr>
            <a:r>
              <a:rPr lang="en-IN" sz="3600" dirty="0">
                <a:latin typeface="Times New Roman" panose="02020603050405020304" pitchFamily="18" charset="0"/>
                <a:cs typeface="Times New Roman" panose="02020603050405020304" pitchFamily="18" charset="0"/>
              </a:rPr>
              <a:t>Introduction</a:t>
            </a:r>
          </a:p>
        </p:txBody>
      </p:sp>
      <p:sp>
        <p:nvSpPr>
          <p:cNvPr id="3" name="Text Placeholder 2">
            <a:extLst>
              <a:ext uri="{5AE0E925-78E6-4D69-B0CF-3447706654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A718510-5EAB-4EEA-9194-7CE2AE76BCB0}"/>
              </a:ext>
            </a:extLst>
          </p:cNvPr>
          <p:cNvSpPr>
            <a:spLocks noGrp="1"/>
          </p:cNvSpPr>
          <p:nvPr>
            <p:ph type="body" idx="2"/>
          </p:nvPr>
        </p:nvSpPr>
        <p:spPr>
          <a:xfrm>
            <a:off x="113436" y="1066801"/>
            <a:ext cx="8801964" cy="5651336"/>
          </a:xfrm>
        </p:spPr>
        <p:txBody>
          <a:bodyPr rtlCol="0">
            <a:noAutofit/>
          </a:bodyPr>
          <a:lstStyle/>
          <a:p>
            <a:pPr>
              <a:lnSpc>
                <a:spcPct val="150000"/>
              </a:lnSpc>
            </a:pPr>
            <a:r>
              <a:rPr lang="en-GB" sz="1600" dirty="0"/>
              <a:t>Culinary Crafts is a dynamic platform for food enthusiasts to explore, create, and connect. More than just a recipe site, it offers features like a </a:t>
            </a:r>
            <a:r>
              <a:rPr lang="en-GB" sz="1600" b="1" dirty="0"/>
              <a:t>Recipes Section</a:t>
            </a:r>
            <a:r>
              <a:rPr lang="en-GB" sz="1600" dirty="0"/>
              <a:t> for discovering and editing recipes, a </a:t>
            </a:r>
            <a:r>
              <a:rPr lang="en-GB" sz="1600" b="1" dirty="0"/>
              <a:t>Socials Section</a:t>
            </a:r>
            <a:r>
              <a:rPr lang="en-GB" sz="1600" dirty="0"/>
              <a:t> for sharing pictures and chatting, and an </a:t>
            </a:r>
            <a:r>
              <a:rPr lang="en-GB" sz="1600" b="1" dirty="0"/>
              <a:t>Ingredients Section</a:t>
            </a:r>
            <a:r>
              <a:rPr lang="en-GB" sz="1600" dirty="0"/>
              <a:t> for buying essentials.</a:t>
            </a:r>
          </a:p>
          <a:p>
            <a:pPr>
              <a:lnSpc>
                <a:spcPct val="150000"/>
              </a:lnSpc>
            </a:pPr>
            <a:r>
              <a:rPr lang="en-GB" sz="1600" dirty="0"/>
              <a:t>With tutorials, categorized recipe searches, and an inviting interface, Culinary Crafts makes cooking accessible and fun for everyone, from beginners to seasoned chefs. Join us to redefine your culinary journey and celebrate the joy of food!</a:t>
            </a:r>
          </a:p>
        </p:txBody>
      </p:sp>
      <p:pic>
        <p:nvPicPr>
          <p:cNvPr id="6" name="Picture 5">
            <a:extLst>
              <a:ext uri="{8E5B0347-42A0-4653-8F50-3D22370ACA1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F0F164D-3CDE-495F-9755-2C9DF20BBD4C}"/>
              </a:ext>
            </a:extLst>
          </p:cNvPr>
          <p:cNvPicPr>
            <a:picLocks noChangeAspect="1"/>
          </p:cNvPicPr>
          <p:nvPr/>
        </p:nvPicPr>
        <p:blipFill>
          <a:blip r:embed="rId2">
            <a:duotone>
              <a:srgbClr val="000000"/>
              <a:srgbClr val="D9C3A5">
                <a:tint val="50000"/>
                <a:satMod val="180000"/>
              </a:srgbClr>
            </a:duotone>
          </a:blip>
          <a:stretch>
            <a:fillRect/>
          </a:stretch>
        </p:blipFill>
        <p:spPr>
          <a:xfrm>
            <a:off x="-449344" y="-6440864"/>
            <a:ext cx="2619375" cy="1743075"/>
          </a:xfrm>
          <a:prstGeom prst="rect">
            <a:avLst/>
          </a:prstGeom>
          <a:noFill/>
        </p:spPr>
      </p:pic>
    </p:spTree>
    <p:extLst>
      <p:ext uri="{79EDF9BA-1A1A-42CC-A67E-5D76495BDF3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extShape 1">
            <a:extLst>
              <a:ext uri="{018158CB-7AAD-4F13-BE9D-9E311330992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43A0093-F8B0-4CCB-8E7C-37DD2DBEEB89}"/>
              </a:ext>
            </a:extLst>
          </p:cNvPr>
          <p:cNvSpPr txBox="1"/>
          <p:nvPr/>
        </p:nvSpPr>
        <p:spPr>
          <a:xfrm>
            <a:off x="243555" y="-25521"/>
            <a:ext cx="6019560" cy="837720"/>
          </a:xfrm>
          <a:prstGeom prst="rect">
            <a:avLst/>
          </a:prstGeom>
          <a:noFill/>
          <a:ln w="9360">
            <a:noFill/>
          </a:ln>
        </p:spPr>
        <p:txBody>
          <a:bodyPr rtlCol="0" anchor="ctr">
            <a:noAutofit/>
          </a:bodyPr>
          <a:lstStyle/>
          <a:p>
            <a:pPr algn="just">
              <a:lnSpc>
                <a:spcPct val="100000"/>
              </a:lnSpc>
            </a:pPr>
            <a:r>
              <a:rPr lang="en" sz="3200" dirty="0">
                <a:latin typeface="Times New Roman" panose="02020603050405020304" pitchFamily="18" charset="0"/>
                <a:cs typeface="Times New Roman" panose="02020603050405020304" pitchFamily="18" charset="0"/>
              </a:rPr>
              <a:t>PROBLEM STATEMENT</a:t>
            </a:r>
          </a:p>
        </p:txBody>
      </p:sp>
      <p:sp>
        <p:nvSpPr>
          <p:cNvPr id="4" name="TextShape 2">
            <a:extLst>
              <a:ext uri="{D5C2878E-425B-4617-A256-934EB526FA3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9442DD-6A83-4E8B-ADC0-0377973833B5}"/>
              </a:ext>
            </a:extLst>
          </p:cNvPr>
          <p:cNvSpPr txBox="1"/>
          <p:nvPr/>
        </p:nvSpPr>
        <p:spPr>
          <a:xfrm>
            <a:off x="164007" y="895739"/>
            <a:ext cx="8838720" cy="5643120"/>
          </a:xfrm>
          <a:prstGeom prst="rect">
            <a:avLst/>
          </a:prstGeom>
          <a:noFill/>
          <a:ln w="9360">
            <a:noFill/>
          </a:ln>
        </p:spPr>
        <p:txBody>
          <a:bodyPr rtlCol="0">
            <a:noAutofit/>
          </a:bodyPr>
          <a:lstStyle/>
          <a:p>
            <a:pPr>
              <a:lnSpc>
                <a:spcPct val="150000"/>
              </a:lnSpc>
            </a:pPr>
            <a:r>
              <a:rPr lang="en-GB" sz="1600" dirty="0">
                <a:latin typeface="Times New Roman" panose="02020603050405020304" pitchFamily="18" charset="0"/>
                <a:cs typeface="Times New Roman" panose="02020603050405020304" pitchFamily="18" charset="0"/>
              </a:rPr>
              <a:t>In the modern era, </a:t>
            </a:r>
            <a:r>
              <a:rPr lang="en-GB" sz="1600" b="1" dirty="0">
                <a:latin typeface="Times New Roman" panose="02020603050405020304" pitchFamily="18" charset="0"/>
                <a:cs typeface="Times New Roman" panose="02020603050405020304" pitchFamily="18" charset="0"/>
              </a:rPr>
              <a:t>food enthusiasts</a:t>
            </a:r>
            <a:r>
              <a:rPr lang="en-GB" sz="1600" dirty="0">
                <a:latin typeface="Times New Roman" panose="02020603050405020304" pitchFamily="18" charset="0"/>
                <a:cs typeface="Times New Roman" panose="02020603050405020304" pitchFamily="18" charset="0"/>
              </a:rPr>
              <a:t> seek platforms that combine </a:t>
            </a:r>
            <a:r>
              <a:rPr lang="en-GB" sz="1600" b="1" dirty="0">
                <a:latin typeface="Times New Roman" panose="02020603050405020304" pitchFamily="18" charset="0"/>
                <a:cs typeface="Times New Roman" panose="02020603050405020304" pitchFamily="18" charset="0"/>
              </a:rPr>
              <a:t>learning</a:t>
            </a:r>
            <a:r>
              <a:rPr lang="en-GB" sz="1600" dirty="0">
                <a:latin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cs typeface="Times New Roman" panose="02020603050405020304" pitchFamily="18" charset="0"/>
              </a:rPr>
              <a:t>social interaction</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convenience</a:t>
            </a:r>
            <a:r>
              <a:rPr lang="en-GB" sz="1600" dirty="0">
                <a:latin typeface="Times New Roman" panose="02020603050405020304" pitchFamily="18" charset="0"/>
                <a:cs typeface="Times New Roman" panose="02020603050405020304" pitchFamily="18" charset="0"/>
              </a:rPr>
              <a:t> in one place. However, existing </a:t>
            </a:r>
            <a:r>
              <a:rPr lang="en-GB" sz="1600" b="1" dirty="0">
                <a:latin typeface="Times New Roman" panose="02020603050405020304" pitchFamily="18" charset="0"/>
                <a:cs typeface="Times New Roman" panose="02020603050405020304" pitchFamily="18" charset="0"/>
              </a:rPr>
              <a:t>food apps</a:t>
            </a:r>
            <a:r>
              <a:rPr lang="en-GB" sz="1600" dirty="0">
                <a:latin typeface="Times New Roman" panose="02020603050405020304" pitchFamily="18" charset="0"/>
                <a:cs typeface="Times New Roman" panose="02020603050405020304" pitchFamily="18" charset="0"/>
              </a:rPr>
              <a:t> often lack </a:t>
            </a:r>
            <a:r>
              <a:rPr lang="en-GB" sz="1600" b="1" dirty="0">
                <a:latin typeface="Times New Roman" panose="02020603050405020304" pitchFamily="18" charset="0"/>
                <a:cs typeface="Times New Roman" panose="02020603050405020304" pitchFamily="18" charset="0"/>
              </a:rPr>
              <a:t>real-time social engagement</a:t>
            </a:r>
            <a:r>
              <a:rPr lang="en-GB" sz="1600" dirty="0">
                <a:latin typeface="Times New Roman" panose="02020603050405020304" pitchFamily="18" charset="0"/>
                <a:cs typeface="Times New Roman" panose="02020603050405020304" pitchFamily="18" charset="0"/>
              </a:rPr>
              <a:t>, seamless integration of multiple features, and robust </a:t>
            </a:r>
            <a:r>
              <a:rPr lang="en-GB" sz="1600" b="1" dirty="0">
                <a:latin typeface="Times New Roman" panose="02020603050405020304" pitchFamily="18" charset="0"/>
                <a:cs typeface="Times New Roman" panose="02020603050405020304" pitchFamily="18" charset="0"/>
              </a:rPr>
              <a:t>backend systems</a:t>
            </a:r>
            <a:r>
              <a:rPr lang="en-GB" sz="1600" dirty="0">
                <a:latin typeface="Times New Roman" panose="02020603050405020304" pitchFamily="18" charset="0"/>
                <a:cs typeface="Times New Roman" panose="02020603050405020304" pitchFamily="18" charset="0"/>
              </a:rPr>
              <a:t> to support diverse user needs. Users demand a platform where they can explore </a:t>
            </a:r>
            <a:r>
              <a:rPr lang="en-GB" sz="1600" b="1" dirty="0">
                <a:latin typeface="Times New Roman" panose="02020603050405020304" pitchFamily="18" charset="0"/>
                <a:cs typeface="Times New Roman" panose="02020603050405020304" pitchFamily="18" charset="0"/>
              </a:rPr>
              <a:t>recipes</a:t>
            </a:r>
            <a:r>
              <a:rPr lang="en-GB" sz="1600" dirty="0">
                <a:latin typeface="Times New Roman" panose="02020603050405020304" pitchFamily="18" charset="0"/>
                <a:cs typeface="Times New Roman" panose="02020603050405020304" pitchFamily="18" charset="0"/>
              </a:rPr>
              <a:t>, interact with like-minded individuals, and shop for </a:t>
            </a:r>
            <a:r>
              <a:rPr lang="en-GB" sz="1600" b="1" dirty="0">
                <a:latin typeface="Times New Roman" panose="02020603050405020304" pitchFamily="18" charset="0"/>
                <a:cs typeface="Times New Roman" panose="02020603050405020304" pitchFamily="18" charset="0"/>
              </a:rPr>
              <a:t>ingredients</a:t>
            </a:r>
            <a:r>
              <a:rPr lang="en-GB" sz="1600" dirty="0">
                <a:latin typeface="Times New Roman" panose="02020603050405020304" pitchFamily="18" charset="0"/>
                <a:cs typeface="Times New Roman" panose="02020603050405020304" pitchFamily="18" charset="0"/>
              </a:rPr>
              <a:t> efficiently, all while enjoying a smooth and </a:t>
            </a:r>
            <a:r>
              <a:rPr lang="en-GB" sz="1600" b="1" dirty="0">
                <a:latin typeface="Times New Roman" panose="02020603050405020304" pitchFamily="18" charset="0"/>
                <a:cs typeface="Times New Roman" panose="02020603050405020304" pitchFamily="18" charset="0"/>
              </a:rPr>
              <a:t>reliable experience</a:t>
            </a:r>
            <a:r>
              <a:rPr lang="en-GB" sz="1600" dirty="0">
                <a:latin typeface="Times New Roman" panose="02020603050405020304" pitchFamily="18" charset="0"/>
                <a:cs typeface="Times New Roman" panose="02020603050405020304" pitchFamily="18" charset="0"/>
              </a:rPr>
              <a:t>.</a:t>
            </a:r>
          </a:p>
          <a:p>
            <a:pPr>
              <a:lnSpc>
                <a:spcPct val="150000"/>
              </a:lnSpc>
            </a:pPr>
            <a:r>
              <a:rPr lang="en-GB" sz="1600" dirty="0">
                <a:latin typeface="Times New Roman" panose="02020603050405020304" pitchFamily="18" charset="0"/>
                <a:cs typeface="Times New Roman" panose="02020603050405020304" pitchFamily="18" charset="0"/>
              </a:rPr>
              <a:t>The lack of a </a:t>
            </a:r>
            <a:r>
              <a:rPr lang="en-GB" sz="1600" b="1" dirty="0">
                <a:latin typeface="Times New Roman" panose="02020603050405020304" pitchFamily="18" charset="0"/>
                <a:cs typeface="Times New Roman" panose="02020603050405020304" pitchFamily="18" charset="0"/>
              </a:rPr>
              <a:t>unified solution</a:t>
            </a:r>
            <a:r>
              <a:rPr lang="en-GB" sz="1600" dirty="0">
                <a:latin typeface="Times New Roman" panose="02020603050405020304" pitchFamily="18" charset="0"/>
                <a:cs typeface="Times New Roman" panose="02020603050405020304" pitchFamily="18" charset="0"/>
              </a:rPr>
              <a:t> that offers </a:t>
            </a:r>
            <a:r>
              <a:rPr lang="en-GB" sz="1600" b="1" dirty="0">
                <a:latin typeface="Times New Roman" panose="02020603050405020304" pitchFamily="18" charset="0"/>
                <a:cs typeface="Times New Roman" panose="02020603050405020304" pitchFamily="18" charset="0"/>
              </a:rPr>
              <a:t>dynamic recipe management</a:t>
            </a:r>
            <a:r>
              <a:rPr lang="en-GB" sz="1600" dirty="0">
                <a:latin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cs typeface="Times New Roman" panose="02020603050405020304" pitchFamily="18" charset="0"/>
              </a:rPr>
              <a:t>real-time social communication</a:t>
            </a:r>
            <a:r>
              <a:rPr lang="en-GB" sz="1600" dirty="0">
                <a:latin typeface="Times New Roman" panose="02020603050405020304" pitchFamily="18" charset="0"/>
                <a:cs typeface="Times New Roman" panose="02020603050405020304" pitchFamily="18" charset="0"/>
              </a:rPr>
              <a:t>, and efficient </a:t>
            </a:r>
            <a:r>
              <a:rPr lang="en-GB" sz="1600" b="1" dirty="0">
                <a:latin typeface="Times New Roman" panose="02020603050405020304" pitchFamily="18" charset="0"/>
                <a:cs typeface="Times New Roman" panose="02020603050405020304" pitchFamily="18" charset="0"/>
              </a:rPr>
              <a:t>shopping functionality</a:t>
            </a:r>
            <a:r>
              <a:rPr lang="en-GB" sz="1600" dirty="0">
                <a:latin typeface="Times New Roman" panose="02020603050405020304" pitchFamily="18" charset="0"/>
                <a:cs typeface="Times New Roman" panose="02020603050405020304" pitchFamily="18" charset="0"/>
              </a:rPr>
              <a:t> creates a gap in the market. Additionally, the </a:t>
            </a:r>
            <a:r>
              <a:rPr lang="en-GB" sz="1600" b="1" dirty="0">
                <a:latin typeface="Times New Roman" panose="02020603050405020304" pitchFamily="18" charset="0"/>
                <a:cs typeface="Times New Roman" panose="02020603050405020304" pitchFamily="18" charset="0"/>
              </a:rPr>
              <a:t>backend infrastructure</a:t>
            </a:r>
            <a:r>
              <a:rPr lang="en-GB" sz="1600" dirty="0">
                <a:latin typeface="Times New Roman" panose="02020603050405020304" pitchFamily="18" charset="0"/>
                <a:cs typeface="Times New Roman" panose="02020603050405020304" pitchFamily="18" charset="0"/>
              </a:rPr>
              <a:t> of such applications must be </a:t>
            </a:r>
            <a:r>
              <a:rPr lang="en-GB" sz="1600" b="1" dirty="0">
                <a:latin typeface="Times New Roman" panose="02020603050405020304" pitchFamily="18" charset="0"/>
                <a:cs typeface="Times New Roman" panose="02020603050405020304" pitchFamily="18" charset="0"/>
              </a:rPr>
              <a:t>scalable</a:t>
            </a:r>
            <a:r>
              <a:rPr lang="en-GB" sz="1600" dirty="0">
                <a:latin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cs typeface="Times New Roman" panose="02020603050405020304" pitchFamily="18" charset="0"/>
              </a:rPr>
              <a:t>secure</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optimized</a:t>
            </a:r>
            <a:r>
              <a:rPr lang="en-GB" sz="1600" dirty="0">
                <a:latin typeface="Times New Roman" panose="02020603050405020304" pitchFamily="18" charset="0"/>
                <a:cs typeface="Times New Roman" panose="02020603050405020304" pitchFamily="18" charset="0"/>
              </a:rPr>
              <a:t> to handle large volumes of user data and interactions without performance issues.</a:t>
            </a:r>
          </a:p>
          <a:p>
            <a:pPr>
              <a:lnSpc>
                <a:spcPct val="150000"/>
              </a:lnSpc>
            </a:pPr>
            <a:r>
              <a:rPr lang="en-GB" sz="1600" b="1" dirty="0">
                <a:latin typeface="Times New Roman" panose="02020603050405020304" pitchFamily="18" charset="0"/>
                <a:cs typeface="Times New Roman" panose="02020603050405020304" pitchFamily="18" charset="0"/>
              </a:rPr>
              <a:t>Culinary Crafts</a:t>
            </a:r>
            <a:r>
              <a:rPr lang="en-GB" sz="1600" dirty="0">
                <a:latin typeface="Times New Roman" panose="02020603050405020304" pitchFamily="18" charset="0"/>
                <a:cs typeface="Times New Roman" panose="02020603050405020304" pitchFamily="18" charset="0"/>
              </a:rPr>
              <a:t> aims to address these challenges by developing a </a:t>
            </a:r>
            <a:r>
              <a:rPr lang="en-GB" sz="1600" b="1" dirty="0">
                <a:latin typeface="Times New Roman" panose="02020603050405020304" pitchFamily="18" charset="0"/>
                <a:cs typeface="Times New Roman" panose="02020603050405020304" pitchFamily="18" charset="0"/>
              </a:rPr>
              <a:t>comprehensive platform</a:t>
            </a:r>
            <a:r>
              <a:rPr lang="en-GB" sz="1600" dirty="0">
                <a:latin typeface="Times New Roman" panose="02020603050405020304" pitchFamily="18" charset="0"/>
                <a:cs typeface="Times New Roman" panose="02020603050405020304" pitchFamily="18" charset="0"/>
              </a:rPr>
              <a:t> that integrates </a:t>
            </a:r>
            <a:r>
              <a:rPr lang="en-GB" sz="1600" b="1" dirty="0">
                <a:latin typeface="Times New Roman" panose="02020603050405020304" pitchFamily="18" charset="0"/>
                <a:cs typeface="Times New Roman" panose="02020603050405020304" pitchFamily="18" charset="0"/>
              </a:rPr>
              <a:t>recipe exploration</a:t>
            </a:r>
            <a:r>
              <a:rPr lang="en-GB" sz="1600" dirty="0">
                <a:latin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cs typeface="Times New Roman" panose="02020603050405020304" pitchFamily="18" charset="0"/>
              </a:rPr>
              <a:t>real-time social communication</a:t>
            </a:r>
            <a:r>
              <a:rPr lang="en-GB" sz="1600" dirty="0">
                <a:latin typeface="Times New Roman" panose="02020603050405020304" pitchFamily="18" charset="0"/>
                <a:cs typeface="Times New Roman" panose="02020603050405020304" pitchFamily="18" charset="0"/>
              </a:rPr>
              <a:t> using </a:t>
            </a:r>
            <a:r>
              <a:rPr lang="en-GB" sz="1600" b="1" dirty="0" err="1">
                <a:latin typeface="Times New Roman" panose="02020603050405020304" pitchFamily="18" charset="0"/>
                <a:cs typeface="Times New Roman" panose="02020603050405020304" pitchFamily="18" charset="0"/>
              </a:rPr>
              <a:t>WebSockets</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ingredient shopping</a:t>
            </a:r>
            <a:r>
              <a:rPr lang="en-GB" sz="1600" dirty="0">
                <a:latin typeface="Times New Roman" panose="02020603050405020304" pitchFamily="18" charset="0"/>
                <a:cs typeface="Times New Roman" panose="02020603050405020304" pitchFamily="18" charset="0"/>
              </a:rPr>
              <a:t>, supported by a robust </a:t>
            </a:r>
            <a:r>
              <a:rPr lang="en-GB" sz="1600" b="1" dirty="0">
                <a:latin typeface="Times New Roman" panose="02020603050405020304" pitchFamily="18" charset="0"/>
                <a:cs typeface="Times New Roman" panose="02020603050405020304" pitchFamily="18" charset="0"/>
              </a:rPr>
              <a:t>backend infrastructure</a:t>
            </a:r>
            <a:r>
              <a:rPr lang="en-GB" sz="1600" dirty="0">
                <a:latin typeface="Times New Roman" panose="02020603050405020304" pitchFamily="18" charset="0"/>
                <a:cs typeface="Times New Roman" panose="02020603050405020304" pitchFamily="18" charset="0"/>
              </a:rPr>
              <a:t> built with modern technologies. This solution seeks to provide users with a </a:t>
            </a:r>
            <a:r>
              <a:rPr lang="en-GB" sz="1600" b="1" dirty="0">
                <a:latin typeface="Times New Roman" panose="02020603050405020304" pitchFamily="18" charset="0"/>
                <a:cs typeface="Times New Roman" panose="02020603050405020304" pitchFamily="18" charset="0"/>
              </a:rPr>
              <a:t>seamless</a:t>
            </a:r>
            <a:r>
              <a:rPr lang="en-GB" sz="1600" dirty="0">
                <a:latin typeface="Times New Roman" panose="02020603050405020304" pitchFamily="18" charset="0"/>
                <a:cs typeface="Times New Roman" panose="02020603050405020304" pitchFamily="18" charset="0"/>
              </a:rPr>
              <a:t>, </a:t>
            </a:r>
            <a:r>
              <a:rPr lang="en-GB" sz="1600" b="1" dirty="0">
                <a:latin typeface="Times New Roman" panose="02020603050405020304" pitchFamily="18" charset="0"/>
                <a:cs typeface="Times New Roman" panose="02020603050405020304" pitchFamily="18" charset="0"/>
              </a:rPr>
              <a:t>interactive</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engaging experience</a:t>
            </a:r>
            <a:r>
              <a:rPr lang="en-GB" sz="1600" dirty="0">
                <a:latin typeface="Times New Roman" panose="02020603050405020304" pitchFamily="18" charset="0"/>
                <a:cs typeface="Times New Roman" panose="02020603050405020304" pitchFamily="18" charset="0"/>
              </a:rPr>
              <a:t> tailored to their culinary needs.</a:t>
            </a:r>
          </a:p>
          <a:p>
            <a:pPr algn="just">
              <a:lnSpc>
                <a:spcPct val="150000"/>
              </a:lnSpc>
              <a:spcBef>
                <a:spcPts val="400"/>
              </a:spcBef>
            </a:pPr>
            <a:endParaRPr lang="en-US" sz="1600" spc="-1" dirty="0">
              <a:solidFill>
                <a:srgbClr val="000000"/>
              </a:solidFill>
              <a:latin typeface="Times New Roman" panose="02020603050405020304" pitchFamily="18" charset="0"/>
              <a:cs typeface="Times New Roman" panose="02020603050405020304" pitchFamily="18" charset="0"/>
            </a:endParaRPr>
          </a:p>
        </p:txBody>
      </p:sp>
    </p:spTree>
    <p:extLst>
      <p:ext uri="{9BE60696-63D1-45D4-93CD-D43DBB807D6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B84F-312F-1584-D1FF-9B22F7715608}"/>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4A28FA5C-7C40-0973-E0A0-019C434D2E18}"/>
              </a:ext>
              <a:ext uri="{018158CB-7AAD-4F13-BE9D-9E311330992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3A0093-F8B0-4CCB-8E7C-37DD2DBEEB89}"/>
              </a:ext>
            </a:extLst>
          </p:cNvPr>
          <p:cNvSpPr txBox="1"/>
          <p:nvPr/>
        </p:nvSpPr>
        <p:spPr>
          <a:xfrm>
            <a:off x="243555" y="-25521"/>
            <a:ext cx="6019560" cy="837720"/>
          </a:xfrm>
          <a:prstGeom prst="rect">
            <a:avLst/>
          </a:prstGeom>
          <a:noFill/>
          <a:ln w="9360">
            <a:noFill/>
          </a:ln>
        </p:spPr>
        <p:txBody>
          <a:bodyPr rtlCol="0" anchor="ctr">
            <a:noAutofit/>
          </a:bodyPr>
          <a:lstStyle/>
          <a:p>
            <a:pPr algn="just">
              <a:lnSpc>
                <a:spcPct val="100000"/>
              </a:lnSpc>
            </a:pPr>
            <a:r>
              <a:rPr lang="en" sz="3200" dirty="0">
                <a:latin typeface="Times New Roman" panose="02020603050405020304" pitchFamily="18" charset="0"/>
                <a:cs typeface="Times New Roman" panose="02020603050405020304" pitchFamily="18" charset="0"/>
              </a:rPr>
              <a:t>SOLUTION APPROACH</a:t>
            </a:r>
          </a:p>
        </p:txBody>
      </p:sp>
      <p:sp>
        <p:nvSpPr>
          <p:cNvPr id="4" name="TextShape 2">
            <a:extLst>
              <a:ext uri="{FF2B5EF4-FFF2-40B4-BE49-F238E27FC236}">
                <a16:creationId xmlns:a16="http://schemas.microsoft.com/office/drawing/2014/main" id="{ECAB5FAE-55A9-ACD0-5530-8BDD03123391}"/>
              </a:ext>
              <a:ext uri="{D5C2878E-425B-4617-A256-934EB526FA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B9442DD-6A83-4E8B-ADC0-0377973833B5}"/>
              </a:ext>
            </a:extLst>
          </p:cNvPr>
          <p:cNvSpPr txBox="1"/>
          <p:nvPr/>
        </p:nvSpPr>
        <p:spPr>
          <a:xfrm>
            <a:off x="164007" y="895739"/>
            <a:ext cx="8838720" cy="5643120"/>
          </a:xfrm>
          <a:prstGeom prst="rect">
            <a:avLst/>
          </a:prstGeom>
          <a:noFill/>
          <a:ln w="9360">
            <a:noFill/>
          </a:ln>
        </p:spPr>
        <p:txBody>
          <a:bodyPr rtlCol="0">
            <a:noAutofit/>
          </a:bodyPr>
          <a:lstStyle/>
          <a:p>
            <a:pPr>
              <a:lnSpc>
                <a:spcPct val="150000"/>
              </a:lnSpc>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Our approach for this project is focused on developing a robust backend using:</a:t>
            </a:r>
          </a:p>
          <a:p>
            <a:pPr marL="755649" lvl="1" indent="-377824">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Backend Development </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Utilizing Node.js.</a:t>
            </a:r>
          </a:p>
          <a:p>
            <a:pPr marL="1511298" lvl="2" indent="-503766">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Frameworks and Libraries:</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a:t>
            </a:r>
            <a:r>
              <a:rPr lang="en-US" sz="1600" b="1" u="sng" dirty="0">
                <a:solidFill>
                  <a:srgbClr val="38B6FF"/>
                </a:solidFill>
                <a:latin typeface="Times New Roman" panose="02020603050405020304" pitchFamily="18" charset="0"/>
                <a:ea typeface="Canva Sans Bold"/>
                <a:cs typeface="Times New Roman" panose="02020603050405020304" pitchFamily="18" charset="0"/>
                <a:sym typeface="Canva Sans Bold"/>
                <a:hlinkClick r:id="rId2" tooltip="https://express.js/"/>
              </a:rPr>
              <a:t>Express.js </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for building the server, Mongoose for MongoDB integration, and </a:t>
            </a:r>
            <a:r>
              <a:rPr lang="en-US" sz="1600" dirty="0" err="1">
                <a:solidFill>
                  <a:srgbClr val="000000"/>
                </a:solidFill>
                <a:latin typeface="Times New Roman" panose="02020603050405020304" pitchFamily="18" charset="0"/>
                <a:ea typeface="Canva Sans"/>
                <a:cs typeface="Times New Roman" panose="02020603050405020304" pitchFamily="18" charset="0"/>
                <a:sym typeface="Canva Sans"/>
              </a:rPr>
              <a:t>bcrypt</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for secure login functionalities.</a:t>
            </a:r>
          </a:p>
          <a:p>
            <a:pPr marL="777238" lvl="1" indent="-388619">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Frontend Connection</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Integrating the backend with a React frontend.</a:t>
            </a:r>
          </a:p>
          <a:p>
            <a:pPr marL="1511298" lvl="2" indent="-503766">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Frontend Technologies: React.js, HTML/CSS, JavaScript.</a:t>
            </a:r>
          </a:p>
          <a:p>
            <a:pPr marL="777238" lvl="1" indent="-388619">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Routes</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a:t>
            </a:r>
          </a:p>
          <a:p>
            <a:pPr marL="1554477" lvl="2" indent="-518159">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Home Page: Displays general information and navigation.</a:t>
            </a:r>
          </a:p>
          <a:p>
            <a:pPr marL="1554477" lvl="2" indent="-518159">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Social (Chat): Allows users to chat with others in real-time.</a:t>
            </a:r>
          </a:p>
          <a:p>
            <a:pPr marL="1554477" lvl="2" indent="-518159">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Recipe: Provides a to-do list for cooking tutorials.</a:t>
            </a:r>
          </a:p>
          <a:p>
            <a:pPr marL="1554477" lvl="2" indent="-518159">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Cart: Manages the shopping cart for kitchen essentials.</a:t>
            </a:r>
          </a:p>
        </p:txBody>
      </p:sp>
    </p:spTree>
    <p:extLst>
      <p:ext uri="{BB962C8B-B14F-4D97-AF65-F5344CB8AC3E}">
        <p14:creationId xmlns:p14="http://schemas.microsoft.com/office/powerpoint/2010/main" val="4077709394"/>
      </p:ext>
      <p:ext uri="{9BE60696-63D1-45D4-93CD-D43DBB807D6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2545157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itle 1">
            <a:extLst>
              <a:ext uri="{ABD55965-AAC0-434F-93A6-6A38A7E4326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CFEA8B9-342E-431D-B16F-C027D965B073}"/>
              </a:ext>
            </a:extLst>
          </p:cNvPr>
          <p:cNvSpPr>
            <a:spLocks noGrp="1"/>
          </p:cNvSpPr>
          <p:nvPr>
            <p:ph type="title" idx="1"/>
          </p:nvPr>
        </p:nvSpPr>
        <p:spPr>
          <a:xfrm>
            <a:off x="152400" y="76200"/>
            <a:ext cx="8229239" cy="681480"/>
          </a:xfrm>
        </p:spPr>
        <p:txBody>
          <a:bodyPr rtlCol="0"/>
          <a:lstStyle/>
          <a:p>
            <a:pPr marL="0" indent="0">
              <a:buNone/>
            </a:pPr>
            <a:r>
              <a:rPr lang="en-US" sz="3200" dirty="0">
                <a:latin typeface="Times New Roman" panose="02020603050405020304" pitchFamily="18" charset="0"/>
                <a:cs typeface="Times New Roman" panose="02020603050405020304" pitchFamily="18" charset="0"/>
              </a:rPr>
              <a:t>Key Features &amp; Functionalities</a:t>
            </a:r>
          </a:p>
        </p:txBody>
      </p:sp>
      <p:sp>
        <p:nvSpPr>
          <p:cNvPr id="3" name="TextBox 3">
            <a:extLst>
              <a:ext uri="{8DCBD04A-EFBF-4DCF-9195-5F835808891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284C9B5-4E97-4CAA-AFDC-22CD81C77859}"/>
              </a:ext>
            </a:extLst>
          </p:cNvPr>
          <p:cNvSpPr txBox="1"/>
          <p:nvPr/>
        </p:nvSpPr>
        <p:spPr>
          <a:xfrm>
            <a:off x="152400" y="2743200"/>
            <a:ext cx="8763000" cy="369332"/>
          </a:xfrm>
          <a:prstGeom prst="rect">
            <a:avLst/>
          </a:prstGeom>
          <a:noFill/>
        </p:spPr>
        <p:txBody>
          <a:bodyPr wrap="square" rtlCol="0">
            <a:spAutoFit/>
          </a:bodyPr>
          <a:lstStyle/>
          <a:p>
            <a:pPr algn="l">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12" name="Rectangle 7">
            <a:extLst>
              <a:ext uri="{FF2B5EF4-FFF2-40B4-BE49-F238E27FC236}">
                <a16:creationId xmlns:a16="http://schemas.microsoft.com/office/drawing/2014/main" id="{E724C184-D804-68CF-0293-FFA6623DE055}"/>
              </a:ext>
            </a:extLst>
          </p:cNvPr>
          <p:cNvSpPr>
            <a:spLocks noChangeArrowheads="1"/>
          </p:cNvSpPr>
          <p:nvPr/>
        </p:nvSpPr>
        <p:spPr bwMode="auto">
          <a:xfrm>
            <a:off x="152400" y="929313"/>
            <a:ext cx="835036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Recipe Management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explore, edit, and personalize recipes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various categories. Step-by-step tutorials help beginners learn new cooking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techniques and improve their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Social Interactions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Culinary Crafts integrates live chat functionality using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WebSockets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enabling seamless communication. Users can share photos, comment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posts, and engage in interactive discussions in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Socials Section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fostering a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vibrant community.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Ingredient Shopping Made Easy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app allows users to purchase kitchen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essentials directly. Ingredients can be browsed based on recipes, added to a cart,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conveniently checked out, simplifying the cooking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Recipe Search and Categorization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search for recipes by cuisine,</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ingredients, or difficulty level. The app also provides personalized recommendations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quick filters for finding meals that suit specific needs, such as healthy or festive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Culinary Crafts features an intuitive and responsive design,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a seamless experience across devices. The simple navigation makes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browsing recipes, chatting, and shopping enjoyable for all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and Scalable Backend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robust backend is built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Express.js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offering scalability to handle large user interactions while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privacy and data security.</a:t>
            </a:r>
          </a:p>
        </p:txBody>
      </p:sp>
    </p:spTree>
    <p:extLst>
      <p:ext uri="{C96DE47B-A4A2-4C14-967B-4E240D95E6F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9A8425-E3D1-7BF0-A3E7-4F591A1D7FBA}"/>
              </a:ext>
            </a:extLst>
          </p:cNvPr>
          <p:cNvSpPr txBox="1"/>
          <p:nvPr/>
        </p:nvSpPr>
        <p:spPr>
          <a:xfrm>
            <a:off x="76200" y="152400"/>
            <a:ext cx="58674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SYSTEM</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ARCHITECTURE</a:t>
            </a:r>
          </a:p>
        </p:txBody>
      </p:sp>
      <p:sp>
        <p:nvSpPr>
          <p:cNvPr id="4" name="Rectangle 3">
            <a:extLst>
              <a:ext uri="{FF2B5EF4-FFF2-40B4-BE49-F238E27FC236}">
                <a16:creationId xmlns:a16="http://schemas.microsoft.com/office/drawing/2014/main" id="{B20ABB02-4BA7-5579-D857-21D38048CD2F}"/>
              </a:ext>
            </a:extLst>
          </p:cNvPr>
          <p:cNvSpPr/>
          <p:nvPr/>
        </p:nvSpPr>
        <p:spPr>
          <a:xfrm>
            <a:off x="266700" y="1371600"/>
            <a:ext cx="2362200"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FRONTEND</a:t>
            </a:r>
          </a:p>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(React.js)</a:t>
            </a:r>
          </a:p>
        </p:txBody>
      </p:sp>
      <p:sp>
        <p:nvSpPr>
          <p:cNvPr id="5" name="Rectangle 4">
            <a:extLst>
              <a:ext uri="{FF2B5EF4-FFF2-40B4-BE49-F238E27FC236}">
                <a16:creationId xmlns:a16="http://schemas.microsoft.com/office/drawing/2014/main" id="{49746A8E-2DD8-6E70-CDB9-083977E1EBAD}"/>
              </a:ext>
            </a:extLst>
          </p:cNvPr>
          <p:cNvSpPr/>
          <p:nvPr/>
        </p:nvSpPr>
        <p:spPr>
          <a:xfrm>
            <a:off x="3526536" y="1447800"/>
            <a:ext cx="2362200"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BACKEND</a:t>
            </a:r>
          </a:p>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(Express.js)</a:t>
            </a:r>
          </a:p>
        </p:txBody>
      </p:sp>
      <p:sp>
        <p:nvSpPr>
          <p:cNvPr id="6" name="Rectangle 5">
            <a:extLst>
              <a:ext uri="{FF2B5EF4-FFF2-40B4-BE49-F238E27FC236}">
                <a16:creationId xmlns:a16="http://schemas.microsoft.com/office/drawing/2014/main" id="{E0F3A9B2-E9D1-5469-F305-CC58CD1C243D}"/>
              </a:ext>
            </a:extLst>
          </p:cNvPr>
          <p:cNvSpPr/>
          <p:nvPr/>
        </p:nvSpPr>
        <p:spPr>
          <a:xfrm>
            <a:off x="6553200" y="1371600"/>
            <a:ext cx="2362200"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DATABASE</a:t>
            </a:r>
          </a:p>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(MongoDB)</a:t>
            </a:r>
          </a:p>
        </p:txBody>
      </p:sp>
      <p:cxnSp>
        <p:nvCxnSpPr>
          <p:cNvPr id="11" name="Straight Arrow Connector 10">
            <a:extLst>
              <a:ext uri="{FF2B5EF4-FFF2-40B4-BE49-F238E27FC236}">
                <a16:creationId xmlns:a16="http://schemas.microsoft.com/office/drawing/2014/main" id="{D61BE7D0-A4ED-0BDE-B5D8-E14C81B70050}"/>
              </a:ext>
            </a:extLst>
          </p:cNvPr>
          <p:cNvCxnSpPr>
            <a:cxnSpLocks/>
          </p:cNvCxnSpPr>
          <p:nvPr/>
        </p:nvCxnSpPr>
        <p:spPr>
          <a:xfrm>
            <a:off x="2819400" y="1923729"/>
            <a:ext cx="6096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1ABB7416-9515-EB97-6C01-016089EBEF7A}"/>
              </a:ext>
            </a:extLst>
          </p:cNvPr>
          <p:cNvCxnSpPr>
            <a:cxnSpLocks/>
          </p:cNvCxnSpPr>
          <p:nvPr/>
        </p:nvCxnSpPr>
        <p:spPr>
          <a:xfrm>
            <a:off x="5964936" y="1923729"/>
            <a:ext cx="51206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D3BD265A-25BD-4EFA-4CBC-35135167B3C5}"/>
              </a:ext>
            </a:extLst>
          </p:cNvPr>
          <p:cNvCxnSpPr>
            <a:cxnSpLocks/>
          </p:cNvCxnSpPr>
          <p:nvPr/>
        </p:nvCxnSpPr>
        <p:spPr>
          <a:xfrm>
            <a:off x="609600" y="25908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69E0F6A0-50B4-9CC1-8E65-DA667049D2EB}"/>
              </a:ext>
            </a:extLst>
          </p:cNvPr>
          <p:cNvCxnSpPr>
            <a:cxnSpLocks/>
          </p:cNvCxnSpPr>
          <p:nvPr/>
        </p:nvCxnSpPr>
        <p:spPr>
          <a:xfrm>
            <a:off x="609600" y="32766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745FEA5A-FE65-3B0E-A13C-6201CB827685}"/>
              </a:ext>
            </a:extLst>
          </p:cNvPr>
          <p:cNvCxnSpPr>
            <a:cxnSpLocks/>
          </p:cNvCxnSpPr>
          <p:nvPr/>
        </p:nvCxnSpPr>
        <p:spPr>
          <a:xfrm>
            <a:off x="609600" y="38862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182BB425-693B-EEE0-B2BB-14C287655841}"/>
              </a:ext>
            </a:extLst>
          </p:cNvPr>
          <p:cNvCxnSpPr>
            <a:cxnSpLocks/>
          </p:cNvCxnSpPr>
          <p:nvPr/>
        </p:nvCxnSpPr>
        <p:spPr>
          <a:xfrm>
            <a:off x="597408" y="46482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B185FF51-C8F2-E236-2CF2-759E00B9E8CE}"/>
              </a:ext>
            </a:extLst>
          </p:cNvPr>
          <p:cNvCxnSpPr>
            <a:cxnSpLocks/>
          </p:cNvCxnSpPr>
          <p:nvPr/>
        </p:nvCxnSpPr>
        <p:spPr>
          <a:xfrm>
            <a:off x="609600" y="5334000"/>
            <a:ext cx="0" cy="45720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F839BC5B-B8FF-02A6-C0CF-A1B5E05D66B0}"/>
              </a:ext>
            </a:extLst>
          </p:cNvPr>
          <p:cNvSpPr txBox="1"/>
          <p:nvPr/>
        </p:nvSpPr>
        <p:spPr>
          <a:xfrm>
            <a:off x="685800" y="3396734"/>
            <a:ext cx="22098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UI interaction</a:t>
            </a:r>
          </a:p>
        </p:txBody>
      </p:sp>
      <p:sp>
        <p:nvSpPr>
          <p:cNvPr id="28" name="TextBox 27">
            <a:extLst>
              <a:ext uri="{FF2B5EF4-FFF2-40B4-BE49-F238E27FC236}">
                <a16:creationId xmlns:a16="http://schemas.microsoft.com/office/drawing/2014/main" id="{430FDCC2-45F5-1516-5270-41F8D04A0FCB}"/>
              </a:ext>
            </a:extLst>
          </p:cNvPr>
          <p:cNvSpPr txBox="1"/>
          <p:nvPr/>
        </p:nvSpPr>
        <p:spPr>
          <a:xfrm>
            <a:off x="685800" y="4038600"/>
            <a:ext cx="251459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State Management</a:t>
            </a:r>
          </a:p>
        </p:txBody>
      </p:sp>
      <p:sp>
        <p:nvSpPr>
          <p:cNvPr id="29" name="TextBox 28">
            <a:extLst>
              <a:ext uri="{FF2B5EF4-FFF2-40B4-BE49-F238E27FC236}">
                <a16:creationId xmlns:a16="http://schemas.microsoft.com/office/drawing/2014/main" id="{5A9FA0A2-A2E0-DC7E-000C-FE3A4C7D9D26}"/>
              </a:ext>
            </a:extLst>
          </p:cNvPr>
          <p:cNvSpPr txBox="1"/>
          <p:nvPr/>
        </p:nvSpPr>
        <p:spPr>
          <a:xfrm>
            <a:off x="701040" y="4692134"/>
            <a:ext cx="236220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 Axios Requests</a:t>
            </a:r>
            <a:endParaRPr lang="en-US"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AB0513B6-0966-2F68-260D-03514F7A5164}"/>
              </a:ext>
            </a:extLst>
          </p:cNvPr>
          <p:cNvSpPr txBox="1"/>
          <p:nvPr/>
        </p:nvSpPr>
        <p:spPr>
          <a:xfrm>
            <a:off x="76200" y="5900107"/>
            <a:ext cx="3733789"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(User Actions: explore recipes, order Ingredients, chat)</a:t>
            </a:r>
          </a:p>
        </p:txBody>
      </p:sp>
      <p:cxnSp>
        <p:nvCxnSpPr>
          <p:cNvPr id="32" name="Straight Connector 31">
            <a:extLst>
              <a:ext uri="{FF2B5EF4-FFF2-40B4-BE49-F238E27FC236}">
                <a16:creationId xmlns:a16="http://schemas.microsoft.com/office/drawing/2014/main" id="{0BA18650-7210-BC4B-25E8-C32ABAF41EDA}"/>
              </a:ext>
            </a:extLst>
          </p:cNvPr>
          <p:cNvCxnSpPr>
            <a:cxnSpLocks/>
          </p:cNvCxnSpPr>
          <p:nvPr/>
        </p:nvCxnSpPr>
        <p:spPr>
          <a:xfrm>
            <a:off x="3822181" y="4532376"/>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4A4610AB-12D9-546B-E7AC-418998F3F086}"/>
              </a:ext>
            </a:extLst>
          </p:cNvPr>
          <p:cNvCxnSpPr>
            <a:cxnSpLocks/>
          </p:cNvCxnSpPr>
          <p:nvPr/>
        </p:nvCxnSpPr>
        <p:spPr>
          <a:xfrm>
            <a:off x="3822181" y="38862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EB5DB91A-D516-53F5-748C-122CACA7DB51}"/>
              </a:ext>
            </a:extLst>
          </p:cNvPr>
          <p:cNvCxnSpPr>
            <a:cxnSpLocks/>
          </p:cNvCxnSpPr>
          <p:nvPr/>
        </p:nvCxnSpPr>
        <p:spPr>
          <a:xfrm>
            <a:off x="3809989" y="32766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BD360E0-409D-34C8-B2E7-01D534BB7BA7}"/>
              </a:ext>
            </a:extLst>
          </p:cNvPr>
          <p:cNvCxnSpPr>
            <a:cxnSpLocks/>
          </p:cNvCxnSpPr>
          <p:nvPr/>
        </p:nvCxnSpPr>
        <p:spPr>
          <a:xfrm>
            <a:off x="3822181" y="26670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515BBB42-79BB-9D0B-5094-8EDD486075CA}"/>
              </a:ext>
            </a:extLst>
          </p:cNvPr>
          <p:cNvCxnSpPr>
            <a:cxnSpLocks/>
          </p:cNvCxnSpPr>
          <p:nvPr/>
        </p:nvCxnSpPr>
        <p:spPr>
          <a:xfrm>
            <a:off x="3834373" y="5105400"/>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CFCF0A2-C324-3CC8-03A8-C167057DFE92}"/>
              </a:ext>
            </a:extLst>
          </p:cNvPr>
          <p:cNvCxnSpPr>
            <a:cxnSpLocks/>
          </p:cNvCxnSpPr>
          <p:nvPr/>
        </p:nvCxnSpPr>
        <p:spPr>
          <a:xfrm>
            <a:off x="6806184" y="5061466"/>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3BAF1C7-D8F4-5159-C0E2-9B33DA54D72A}"/>
              </a:ext>
            </a:extLst>
          </p:cNvPr>
          <p:cNvCxnSpPr>
            <a:cxnSpLocks/>
          </p:cNvCxnSpPr>
          <p:nvPr/>
        </p:nvCxnSpPr>
        <p:spPr>
          <a:xfrm>
            <a:off x="6806184" y="4507468"/>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A9E7BE38-7A04-46CC-B5EC-97302C5F36E0}"/>
              </a:ext>
            </a:extLst>
          </p:cNvPr>
          <p:cNvCxnSpPr>
            <a:cxnSpLocks/>
          </p:cNvCxnSpPr>
          <p:nvPr/>
        </p:nvCxnSpPr>
        <p:spPr>
          <a:xfrm>
            <a:off x="6806184" y="3886200"/>
            <a:ext cx="0" cy="521732"/>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12D0EE78-A9E4-7DE9-979C-C1D071C97D13}"/>
              </a:ext>
            </a:extLst>
          </p:cNvPr>
          <p:cNvCxnSpPr>
            <a:cxnSpLocks/>
          </p:cNvCxnSpPr>
          <p:nvPr/>
        </p:nvCxnSpPr>
        <p:spPr>
          <a:xfrm>
            <a:off x="6793992" y="3308866"/>
            <a:ext cx="0" cy="45720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562A62F6-792C-35C4-156A-CF431D6C3562}"/>
              </a:ext>
            </a:extLst>
          </p:cNvPr>
          <p:cNvCxnSpPr>
            <a:cxnSpLocks/>
          </p:cNvCxnSpPr>
          <p:nvPr/>
        </p:nvCxnSpPr>
        <p:spPr>
          <a:xfrm>
            <a:off x="6781800" y="2667000"/>
            <a:ext cx="0" cy="457200"/>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A8702922-C5C4-AE9C-CB8F-3777C1378682}"/>
              </a:ext>
            </a:extLst>
          </p:cNvPr>
          <p:cNvSpPr txBox="1"/>
          <p:nvPr/>
        </p:nvSpPr>
        <p:spPr>
          <a:xfrm>
            <a:off x="3809989" y="3404616"/>
            <a:ext cx="228599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Handle requests </a:t>
            </a:r>
          </a:p>
        </p:txBody>
      </p:sp>
      <p:sp>
        <p:nvSpPr>
          <p:cNvPr id="44" name="TextBox 43">
            <a:extLst>
              <a:ext uri="{FF2B5EF4-FFF2-40B4-BE49-F238E27FC236}">
                <a16:creationId xmlns:a16="http://schemas.microsoft.com/office/drawing/2014/main" id="{5ED2AE7C-D334-C17B-DC0D-7A38BBB8CBF2}"/>
              </a:ext>
            </a:extLst>
          </p:cNvPr>
          <p:cNvSpPr txBox="1"/>
          <p:nvPr/>
        </p:nvSpPr>
        <p:spPr>
          <a:xfrm>
            <a:off x="3809989" y="3998976"/>
            <a:ext cx="228599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API Routes </a:t>
            </a:r>
          </a:p>
        </p:txBody>
      </p:sp>
      <p:sp>
        <p:nvSpPr>
          <p:cNvPr id="46" name="TextBox 45">
            <a:extLst>
              <a:ext uri="{FF2B5EF4-FFF2-40B4-BE49-F238E27FC236}">
                <a16:creationId xmlns:a16="http://schemas.microsoft.com/office/drawing/2014/main" id="{46721282-2215-13C6-95A0-869FE488F70B}"/>
              </a:ext>
            </a:extLst>
          </p:cNvPr>
          <p:cNvSpPr txBox="1"/>
          <p:nvPr/>
        </p:nvSpPr>
        <p:spPr>
          <a:xfrm>
            <a:off x="3822181" y="4620245"/>
            <a:ext cx="2465829"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Middleware (JWT)</a:t>
            </a:r>
          </a:p>
        </p:txBody>
      </p:sp>
      <p:sp>
        <p:nvSpPr>
          <p:cNvPr id="48" name="TextBox 47">
            <a:extLst>
              <a:ext uri="{FF2B5EF4-FFF2-40B4-BE49-F238E27FC236}">
                <a16:creationId xmlns:a16="http://schemas.microsoft.com/office/drawing/2014/main" id="{F95DE177-ADFA-123C-4B07-C04AF618E892}"/>
              </a:ext>
            </a:extLst>
          </p:cNvPr>
          <p:cNvSpPr txBox="1"/>
          <p:nvPr/>
        </p:nvSpPr>
        <p:spPr>
          <a:xfrm>
            <a:off x="6845779" y="3317486"/>
            <a:ext cx="2285992"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Store/retrieve   user/recipes/Ingredients</a:t>
            </a:r>
          </a:p>
        </p:txBody>
      </p:sp>
      <p:sp>
        <p:nvSpPr>
          <p:cNvPr id="50" name="TextBox 49">
            <a:extLst>
              <a:ext uri="{FF2B5EF4-FFF2-40B4-BE49-F238E27FC236}">
                <a16:creationId xmlns:a16="http://schemas.microsoft.com/office/drawing/2014/main" id="{12B13858-AD66-232F-9422-0DC6A139E66A}"/>
              </a:ext>
            </a:extLst>
          </p:cNvPr>
          <p:cNvSpPr txBox="1"/>
          <p:nvPr/>
        </p:nvSpPr>
        <p:spPr>
          <a:xfrm>
            <a:off x="3581403" y="5761607"/>
            <a:ext cx="2895597"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(Backend: Process requests, Data Validation, Auth)</a:t>
            </a:r>
          </a:p>
        </p:txBody>
      </p:sp>
      <p:sp>
        <p:nvSpPr>
          <p:cNvPr id="52" name="TextBox 51">
            <a:extLst>
              <a:ext uri="{FF2B5EF4-FFF2-40B4-BE49-F238E27FC236}">
                <a16:creationId xmlns:a16="http://schemas.microsoft.com/office/drawing/2014/main" id="{8B38E349-842C-7551-E568-BD2E0D4EDA15}"/>
              </a:ext>
            </a:extLst>
          </p:cNvPr>
          <p:cNvSpPr txBox="1"/>
          <p:nvPr/>
        </p:nvSpPr>
        <p:spPr>
          <a:xfrm>
            <a:off x="6695313" y="5594866"/>
            <a:ext cx="206767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(Data Handling)</a:t>
            </a:r>
          </a:p>
        </p:txBody>
      </p:sp>
    </p:spTree>
    <p:extLst>
      <p:ext uri="{BB962C8B-B14F-4D97-AF65-F5344CB8AC3E}">
        <p14:creationId xmlns:p14="http://schemas.microsoft.com/office/powerpoint/2010/main" val="1820935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le 1">
            <a:extLst>
              <a:ext uri="{CEC05665-2C14-425B-ADBE-DAA735154B5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B7214BF-BFCD-4425-9B1B-EC3795D8A7EF}"/>
              </a:ext>
            </a:extLst>
          </p:cNvPr>
          <p:cNvSpPr>
            <a:spLocks noGrp="1"/>
          </p:cNvSpPr>
          <p:nvPr>
            <p:ph type="title"/>
          </p:nvPr>
        </p:nvSpPr>
        <p:spPr/>
        <p:txBody>
          <a:bodyPr rtlCol="0"/>
          <a:lstStyle/>
          <a:p>
            <a:r>
              <a:rPr lang="en-US" dirty="0">
                <a:latin typeface="Times New Roman" panose="02020603050405020304" pitchFamily="18" charset="0"/>
                <a:cs typeface="Times New Roman" panose="02020603050405020304" pitchFamily="18" charset="0"/>
              </a:rPr>
              <a:t>Challenges &amp; Solution</a:t>
            </a:r>
          </a:p>
        </p:txBody>
      </p:sp>
      <p:sp>
        <p:nvSpPr>
          <p:cNvPr id="3" name="TextBox 2">
            <a:extLst>
              <a:ext uri="{78EC0886-F137-4378-AE8E-43EC76ADCE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B5C1F0-CC9B-481E-A028-911961DBD2E7}"/>
              </a:ext>
            </a:extLst>
          </p:cNvPr>
          <p:cNvSpPr txBox="1"/>
          <p:nvPr/>
        </p:nvSpPr>
        <p:spPr>
          <a:xfrm>
            <a:off x="228600" y="1066800"/>
            <a:ext cx="8534400" cy="5450851"/>
          </a:xfrm>
          <a:prstGeom prst="rect">
            <a:avLst/>
          </a:prstGeom>
          <a:noFill/>
        </p:spPr>
        <p:txBody>
          <a:bodyPr wrap="square" rtlCol="0">
            <a:spAutoFit/>
          </a:bodyPr>
          <a:lstStyle/>
          <a:p>
            <a:pPr algn="l">
              <a:lnSpc>
                <a:spcPct val="150000"/>
              </a:lnSpc>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Challenge 1:</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Managing Real-Time Data with HTTP</a:t>
            </a:r>
          </a:p>
          <a:p>
            <a:pPr marL="285750" indent="-285750" algn="l">
              <a:lnSpc>
                <a:spcPct val="150000"/>
              </a:lnSpc>
              <a:buFont typeface="Arial" panose="020B0604020202020204" pitchFamily="34" charset="0"/>
              <a:buChar char="•"/>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Solution</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Efficiently handling real-time data through regular HTTP requests, pushing updates to MongoDB.</a:t>
            </a:r>
          </a:p>
          <a:p>
            <a:pPr algn="l">
              <a:lnSpc>
                <a:spcPct val="150000"/>
              </a:lnSpc>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Challenge 2</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Secure Data Storage and Management</a:t>
            </a:r>
          </a:p>
          <a:p>
            <a:pPr marL="285750" indent="-285750" algn="l">
              <a:lnSpc>
                <a:spcPct val="150000"/>
              </a:lnSpc>
              <a:buFont typeface="Arial" panose="020B0604020202020204" pitchFamily="34" charset="0"/>
              <a:buChar char="•"/>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Solution</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Using </a:t>
            </a:r>
            <a:r>
              <a:rPr lang="en-US" dirty="0" err="1">
                <a:solidFill>
                  <a:srgbClr val="000000"/>
                </a:solidFill>
                <a:latin typeface="Times New Roman" panose="02020603050405020304" pitchFamily="18" charset="0"/>
                <a:ea typeface="Canva Sans"/>
                <a:cs typeface="Times New Roman" panose="02020603050405020304" pitchFamily="18" charset="0"/>
                <a:sym typeface="Canva Sans"/>
              </a:rPr>
              <a:t>bcrypt</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for encryption and Mongoose for effective database management.</a:t>
            </a:r>
          </a:p>
          <a:p>
            <a:pPr algn="l">
              <a:lnSpc>
                <a:spcPct val="150000"/>
              </a:lnSpc>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Challenge 3</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Scalability and Performance</a:t>
            </a:r>
          </a:p>
          <a:p>
            <a:pPr marL="285750" indent="-285750" algn="l">
              <a:lnSpc>
                <a:spcPct val="150000"/>
              </a:lnSpc>
              <a:buFont typeface="Arial" panose="020B0604020202020204" pitchFamily="34" charset="0"/>
              <a:buChar char="•"/>
            </a:pPr>
            <a:r>
              <a:rPr lang="en-US" b="1" dirty="0">
                <a:solidFill>
                  <a:srgbClr val="000000"/>
                </a:solidFill>
                <a:latin typeface="Times New Roman" panose="02020603050405020304" pitchFamily="18" charset="0"/>
                <a:ea typeface="Canva Sans Bold"/>
                <a:cs typeface="Times New Roman" panose="02020603050405020304" pitchFamily="18" charset="0"/>
                <a:sym typeface="Canva Sans Bold"/>
              </a:rPr>
              <a:t>Solution:</a:t>
            </a:r>
            <a:r>
              <a:rPr lang="en-US" dirty="0">
                <a:solidFill>
                  <a:srgbClr val="000000"/>
                </a:solidFill>
                <a:latin typeface="Times New Roman" panose="02020603050405020304" pitchFamily="18" charset="0"/>
                <a:ea typeface="Canva Sans"/>
                <a:cs typeface="Times New Roman" panose="02020603050405020304" pitchFamily="18" charset="0"/>
                <a:sym typeface="Canva Sans"/>
              </a:rPr>
              <a:t> Optimizing code, employing efficient data handling practices, and ensuring the system can handle increasing loads.</a:t>
            </a:r>
          </a:p>
          <a:p>
            <a:pPr>
              <a:lnSpc>
                <a:spcPct val="150000"/>
              </a:lnSpc>
            </a:pPr>
            <a:r>
              <a:rPr lang="en-GB" b="1" dirty="0">
                <a:latin typeface="Times New Roman" panose="02020603050405020304" pitchFamily="18" charset="0"/>
                <a:cs typeface="Times New Roman" panose="02020603050405020304" pitchFamily="18" charset="0"/>
              </a:rPr>
              <a:t>Challenge 4: </a:t>
            </a:r>
            <a:r>
              <a:rPr lang="en-GB" dirty="0">
                <a:latin typeface="Times New Roman" panose="02020603050405020304" pitchFamily="18" charset="0"/>
                <a:cs typeface="Times New Roman" panose="02020603050405020304" pitchFamily="18" charset="0"/>
              </a:rPr>
              <a:t>Ensuring Data Integrity</a:t>
            </a:r>
          </a:p>
          <a:p>
            <a:pPr marL="285750" indent="-285750">
              <a:lnSpc>
                <a:spcPct val="150000"/>
              </a:lnSpc>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Solution:</a:t>
            </a:r>
            <a:r>
              <a:rPr lang="en-GB" dirty="0">
                <a:latin typeface="Times New Roman" panose="02020603050405020304" pitchFamily="18" charset="0"/>
                <a:cs typeface="Times New Roman" panose="02020603050405020304" pitchFamily="18" charset="0"/>
              </a:rPr>
              <a:t> Use backend validation and Mongoose schema validation to ensure correct data formatting and prevent corruption.</a:t>
            </a:r>
          </a:p>
          <a:p>
            <a:pPr marL="367029" lvl="1" algn="l">
              <a:lnSpc>
                <a:spcPct val="150000"/>
              </a:lnSpc>
            </a:pPr>
            <a:endParaRPr lang="en-US"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Tree>
    <p:extLst>
      <p:ext uri="{E22729CB-0AB9-4AEB-8366-C21A23C1A9B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sp>
        <p:nvSpPr>
          <p:cNvPr id="2" name="Text Placeholder 4">
            <a:extLst>
              <a:ext uri="{3763160F-11D0-4A7E-BC5B-FB93F9FDF40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0E92BF-D30E-4133-83EB-E2A9A442495D}"/>
              </a:ext>
            </a:extLst>
          </p:cNvPr>
          <p:cNvSpPr>
            <a:spLocks noGrp="1"/>
          </p:cNvSpPr>
          <p:nvPr>
            <p:ph type="body" idx="2"/>
          </p:nvPr>
        </p:nvSpPr>
        <p:spPr>
          <a:xfrm>
            <a:off x="195943" y="895739"/>
            <a:ext cx="8770775" cy="2556587"/>
          </a:xfrm>
        </p:spPr>
        <p:txBody>
          <a:bodyPr rtlCol="0"/>
          <a:lstStyle/>
          <a:p>
            <a:pPr marL="0" indent="0">
              <a:buNone/>
            </a:pPr>
            <a:r>
              <a:rPr lang="en-US" dirty="0">
                <a:latin typeface="Times New Roman" panose="02020603050405020304" pitchFamily="18" charset="0"/>
                <a:cs typeface="Times New Roman" panose="02020603050405020304" pitchFamily="18" charset="0"/>
              </a:rPr>
              <a:t>.</a:t>
            </a:r>
          </a:p>
        </p:txBody>
      </p:sp>
      <p:sp>
        <p:nvSpPr>
          <p:cNvPr id="3" name="Text Placeholder 5">
            <a:extLst>
              <a:ext uri="{FF6109CA-1901-4625-B6FE-47CC71EB211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BF85AA0-2D9E-489C-A2B9-BED882D190DB}"/>
              </a:ext>
            </a:extLst>
          </p:cNvPr>
          <p:cNvSpPr>
            <a:spLocks noGrp="1"/>
          </p:cNvSpPr>
          <p:nvPr>
            <p:ph type="body" idx="2"/>
          </p:nvPr>
        </p:nvSpPr>
        <p:spPr>
          <a:xfrm>
            <a:off x="457200" y="4292082"/>
            <a:ext cx="8229239" cy="2024741"/>
          </a:xfrm>
        </p:spPr>
        <p:txBody>
          <a:bodyPr rtlCol="0"/>
          <a:lstStyle/>
          <a:p>
            <a:pPr marL="0" indent="0">
              <a:buNone/>
            </a:pPr>
            <a:endParaRP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Back-End : Node js, Express js</a:t>
            </a:r>
          </a:p>
          <a:p>
            <a:r>
              <a:rPr lang="en-US" dirty="0">
                <a:latin typeface="Times New Roman" panose="02020603050405020304" pitchFamily="18" charset="0"/>
                <a:cs typeface="Times New Roman" panose="02020603050405020304" pitchFamily="18" charset="0"/>
              </a:rPr>
              <a:t>Data Base : MongoDB</a:t>
            </a:r>
          </a:p>
        </p:txBody>
      </p:sp>
      <p:sp>
        <p:nvSpPr>
          <p:cNvPr id="4" name="Title 1">
            <a:extLst>
              <a:ext uri="{E63B6A04-4D08-4A36-B734-7D942E565B3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6ACDA48-AEF7-44E7-A0C4-01EAC59C6776}"/>
              </a:ext>
            </a:extLst>
          </p:cNvPr>
          <p:cNvSpPr>
            <a:spLocks noGrp="1"/>
          </p:cNvSpPr>
          <p:nvPr>
            <p:ph type="title" idx="2"/>
          </p:nvPr>
        </p:nvSpPr>
        <p:spPr>
          <a:xfrm>
            <a:off x="76200" y="55983"/>
            <a:ext cx="8358313" cy="724879"/>
          </a:xfrm>
        </p:spPr>
        <p:txBody>
          <a:bodyPr rtlCol="0">
            <a:normAutofit/>
          </a:bodyPr>
          <a:lstStyle/>
          <a:p>
            <a:pPr marL="0" indent="0">
              <a:buNone/>
            </a:pPr>
            <a:r>
              <a:rPr lang="en-IN" sz="4400" dirty="0">
                <a:latin typeface="Times New Roman" panose="02020603050405020304" pitchFamily="18" charset="0"/>
                <a:cs typeface="Times New Roman" panose="02020603050405020304" pitchFamily="18" charset="0"/>
              </a:rPr>
              <a:t>TECH - STACK</a:t>
            </a:r>
          </a:p>
        </p:txBody>
      </p:sp>
      <p:pic>
        <p:nvPicPr>
          <p:cNvPr id="5" name="Picture 6">
            <a:extLst>
              <a:ext uri="{E4003412-91BD-4680-8CB2-407EE33EE17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5D2D138-B3D3-485B-A426-E24B296BCE14}"/>
              </a:ext>
            </a:extLst>
          </p:cNvPr>
          <p:cNvPicPr>
            <a:picLocks noChangeAspect="1"/>
          </p:cNvPicPr>
          <p:nvPr/>
        </p:nvPicPr>
        <p:blipFill>
          <a:blip r:embed="rId2"/>
          <a:srcRect t="15675" b="15675"/>
          <a:stretch>
            <a:fillRect/>
          </a:stretch>
        </p:blipFill>
        <p:spPr>
          <a:xfrm>
            <a:off x="1447800" y="1140078"/>
            <a:ext cx="6671389" cy="2427125"/>
          </a:xfrm>
          <a:prstGeom prst="rect">
            <a:avLst/>
          </a:prstGeom>
          <a:noFill/>
        </p:spPr>
      </p:pic>
    </p:spTree>
    <p:extLst>
      <p:ext uri="{A3940CE7-1BF6-4CB8-A6B0-627E378ECA5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C1D06-D056-22D7-06E5-85DA38E509E7}"/>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F1B934A3-6E9C-145B-9CBF-0B90F9345B25}"/>
              </a:ext>
              <a:ext uri="{3763160F-11D0-4A7E-BC5B-FB93F9FDF4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60E92BF-D30E-4133-83EB-E2A9A442495D}"/>
              </a:ext>
            </a:extLst>
          </p:cNvPr>
          <p:cNvSpPr>
            <a:spLocks noGrp="1"/>
          </p:cNvSpPr>
          <p:nvPr>
            <p:ph type="body" idx="2"/>
          </p:nvPr>
        </p:nvSpPr>
        <p:spPr>
          <a:xfrm>
            <a:off x="195943" y="895739"/>
            <a:ext cx="8770775" cy="2556587"/>
          </a:xfrm>
        </p:spPr>
        <p:txBody>
          <a:bodyPr rtlCol="0"/>
          <a:lstStyle/>
          <a:p>
            <a:pPr marL="0" indent="0">
              <a:buNone/>
            </a:pPr>
            <a:r>
              <a:rPr lang="en-US" dirty="0">
                <a:latin typeface="Times New Roman" panose="02020603050405020304" pitchFamily="18" charset="0"/>
                <a:cs typeface="Times New Roman" panose="02020603050405020304" pitchFamily="18" charset="0"/>
              </a:rPr>
              <a:t>.</a:t>
            </a:r>
          </a:p>
        </p:txBody>
      </p:sp>
      <p:sp>
        <p:nvSpPr>
          <p:cNvPr id="3" name="Text Placeholder 5">
            <a:extLst>
              <a:ext uri="{FF2B5EF4-FFF2-40B4-BE49-F238E27FC236}">
                <a16:creationId xmlns:a16="http://schemas.microsoft.com/office/drawing/2014/main" id="{7012DB3A-EED6-52E3-53F0-0F60094393B5}"/>
              </a:ext>
              <a:ext uri="{FF6109CA-1901-4625-B6FE-47CC71EB211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BF85AA0-2D9E-489C-A2B9-BED882D190DB}"/>
              </a:ext>
            </a:extLst>
          </p:cNvPr>
          <p:cNvSpPr>
            <a:spLocks noGrp="1"/>
          </p:cNvSpPr>
          <p:nvPr>
            <p:ph type="body" idx="2"/>
          </p:nvPr>
        </p:nvSpPr>
        <p:spPr>
          <a:xfrm>
            <a:off x="222982" y="2566004"/>
            <a:ext cx="8229239" cy="3423296"/>
          </a:xfrm>
        </p:spPr>
        <p:txBody>
          <a:bodyPr rtlCol="0">
            <a:noAutofit/>
          </a:bodyPr>
          <a:lstStyle/>
          <a:p>
            <a:pPr marL="0" indent="0">
              <a:lnSpc>
                <a:spcPct val="100000"/>
              </a:lnSpc>
              <a:buNone/>
            </a:pPr>
            <a:endParaRPr sz="1600" dirty="0">
              <a:latin typeface="Times New Roman" panose="02020603050405020304" pitchFamily="18" charset="0"/>
              <a:cs typeface="Times New Roman" panose="02020603050405020304" pitchFamily="18" charset="0"/>
            </a:endParaRPr>
          </a:p>
          <a:p>
            <a:pPr marL="755649" lvl="1" indent="-377824" algn="l">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Explanation</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p>
          <a:p>
            <a:pPr marL="1468119" lvl="2" indent="-489373" algn="l">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Start/Begin Process</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Entry point for the application.</a:t>
            </a:r>
          </a:p>
          <a:p>
            <a:pPr marL="1468119" lvl="2" indent="-489373" algn="l">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User Registration</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Decision point for new or returning users. New users go through Registration, and existing users proceed to Login.</a:t>
            </a:r>
          </a:p>
          <a:p>
            <a:pPr marL="1468119" lvl="2" indent="-489373" algn="l">
              <a:lnSpc>
                <a:spcPct val="150000"/>
              </a:lnSpc>
              <a:buFont typeface="Arial"/>
              <a:buChar char="⚬"/>
            </a:pPr>
            <a:r>
              <a:rPr lang="en-US" sz="1600" b="1" dirty="0">
                <a:solidFill>
                  <a:srgbClr val="000000"/>
                </a:solidFill>
                <a:latin typeface="Times New Roman" panose="02020603050405020304" pitchFamily="18" charset="0"/>
                <a:ea typeface="Canva Sans Bold"/>
                <a:cs typeface="Times New Roman" panose="02020603050405020304" pitchFamily="18" charset="0"/>
                <a:sym typeface="Canva Sans Bold"/>
              </a:rPr>
              <a:t>Main Page:</a:t>
            </a: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 After logging in, users reach the main page with options to:</a:t>
            </a:r>
          </a:p>
          <a:p>
            <a:pPr marL="2202178" lvl="3" indent="-550545" algn="l">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View Recipes</a:t>
            </a:r>
          </a:p>
          <a:p>
            <a:pPr marL="2202178" lvl="3" indent="-550545" algn="l">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View Socials (Chat)</a:t>
            </a:r>
          </a:p>
          <a:p>
            <a:pPr marL="2202178" lvl="3" indent="-550545" algn="l">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Buy Ingredients (which leads to Checkout/Process Payment)</a:t>
            </a:r>
          </a:p>
          <a:p>
            <a:pPr marL="1468119" lvl="2" indent="-489373" algn="l">
              <a:lnSpc>
                <a:spcPct val="150000"/>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All paths eventually lead to Logout.</a:t>
            </a:r>
          </a:p>
        </p:txBody>
      </p:sp>
      <p:sp>
        <p:nvSpPr>
          <p:cNvPr id="4" name="Title 1">
            <a:extLst>
              <a:ext uri="{FF2B5EF4-FFF2-40B4-BE49-F238E27FC236}">
                <a16:creationId xmlns:a16="http://schemas.microsoft.com/office/drawing/2014/main" id="{1DA6894B-7BCD-E748-7F2C-93739612FD2C}"/>
              </a:ext>
              <a:ext uri="{E63B6A04-4D08-4A36-B734-7D942E565B3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ACDA48-AEF7-44E7-A0C4-01EAC59C6776}"/>
              </a:ext>
            </a:extLst>
          </p:cNvPr>
          <p:cNvSpPr>
            <a:spLocks noGrp="1"/>
          </p:cNvSpPr>
          <p:nvPr>
            <p:ph type="title" idx="2"/>
          </p:nvPr>
        </p:nvSpPr>
        <p:spPr>
          <a:xfrm>
            <a:off x="76200" y="55983"/>
            <a:ext cx="8358313" cy="724879"/>
          </a:xfrm>
        </p:spPr>
        <p:txBody>
          <a:bodyPr rtlCol="0">
            <a:normAutofit/>
          </a:bodyPr>
          <a:lstStyle/>
          <a:p>
            <a:pPr marL="0" indent="0">
              <a:buNone/>
            </a:pPr>
            <a:r>
              <a:rPr lang="en-IN" sz="4400" dirty="0">
                <a:latin typeface="Times New Roman" panose="02020603050405020304" pitchFamily="18" charset="0"/>
                <a:cs typeface="Times New Roman" panose="02020603050405020304" pitchFamily="18" charset="0"/>
              </a:rPr>
              <a:t>ARCHITECTURE</a:t>
            </a:r>
          </a:p>
        </p:txBody>
      </p:sp>
      <p:pic>
        <p:nvPicPr>
          <p:cNvPr id="6" name="Picture 5">
            <a:extLst>
              <a:ext uri="{FF2B5EF4-FFF2-40B4-BE49-F238E27FC236}">
                <a16:creationId xmlns:a16="http://schemas.microsoft.com/office/drawing/2014/main" id="{C47E714E-B682-4482-F1C4-0E7A26BABAE1}"/>
              </a:ext>
            </a:extLst>
          </p:cNvPr>
          <p:cNvPicPr>
            <a:picLocks noChangeAspect="1"/>
          </p:cNvPicPr>
          <p:nvPr/>
        </p:nvPicPr>
        <p:blipFill>
          <a:blip r:embed="rId3"/>
          <a:stretch>
            <a:fillRect/>
          </a:stretch>
        </p:blipFill>
        <p:spPr>
          <a:xfrm>
            <a:off x="195943" y="1143000"/>
            <a:ext cx="8677109" cy="1572726"/>
          </a:xfrm>
          <a:prstGeom prst="rect">
            <a:avLst/>
          </a:prstGeom>
        </p:spPr>
      </p:pic>
    </p:spTree>
    <p:extLst>
      <p:ext uri="{BB962C8B-B14F-4D97-AF65-F5344CB8AC3E}">
        <p14:creationId xmlns:p14="http://schemas.microsoft.com/office/powerpoint/2010/main" val="2503469018"/>
      </p:ext>
      <p:ext uri="{A3940CE7-1BF6-4CB8-A6B0-627E378ECA5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25451570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4B0A5-9717-3FA3-943B-B43214DD8031}"/>
              </a:ext>
            </a:extLst>
          </p:cNvPr>
          <p:cNvSpPr>
            <a:spLocks noGrp="1"/>
          </p:cNvSpPr>
          <p:nvPr>
            <p:ph type="title"/>
          </p:nvPr>
        </p:nvSpPr>
        <p:spPr/>
        <p:txBody>
          <a:bodyPr/>
          <a:lstStyle/>
          <a:p>
            <a:r>
              <a:rPr lang="en-US" dirty="0"/>
              <a:t>Screenshot</a:t>
            </a:r>
          </a:p>
        </p:txBody>
      </p:sp>
      <p:pic>
        <p:nvPicPr>
          <p:cNvPr id="7" name="Picture 6">
            <a:extLst>
              <a:ext uri="{FF2B5EF4-FFF2-40B4-BE49-F238E27FC236}">
                <a16:creationId xmlns:a16="http://schemas.microsoft.com/office/drawing/2014/main" id="{903A6D56-F5AB-8B2D-5056-ED1545E1BAFF}"/>
              </a:ext>
            </a:extLst>
          </p:cNvPr>
          <p:cNvPicPr>
            <a:picLocks noChangeAspect="1"/>
          </p:cNvPicPr>
          <p:nvPr/>
        </p:nvPicPr>
        <p:blipFill>
          <a:blip r:embed="rId2"/>
          <a:stretch>
            <a:fillRect/>
          </a:stretch>
        </p:blipFill>
        <p:spPr>
          <a:xfrm>
            <a:off x="914400" y="1600200"/>
            <a:ext cx="7594415" cy="4038600"/>
          </a:xfrm>
          <a:prstGeom prst="rect">
            <a:avLst/>
          </a:prstGeom>
        </p:spPr>
      </p:pic>
    </p:spTree>
    <p:extLst>
      <p:ext uri="{BB962C8B-B14F-4D97-AF65-F5344CB8AC3E}">
        <p14:creationId xmlns:p14="http://schemas.microsoft.com/office/powerpoint/2010/main" val="2388427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4201D8-7A5D-6EC8-100E-731844860AB2}"/>
              </a:ext>
            </a:extLst>
          </p:cNvPr>
          <p:cNvPicPr>
            <a:picLocks noChangeAspect="1"/>
          </p:cNvPicPr>
          <p:nvPr/>
        </p:nvPicPr>
        <p:blipFill>
          <a:blip r:embed="rId2"/>
          <a:stretch>
            <a:fillRect/>
          </a:stretch>
        </p:blipFill>
        <p:spPr>
          <a:xfrm>
            <a:off x="0" y="914400"/>
            <a:ext cx="9144000" cy="4865661"/>
          </a:xfrm>
          <a:prstGeom prst="rect">
            <a:avLst/>
          </a:prstGeom>
        </p:spPr>
      </p:pic>
    </p:spTree>
    <p:extLst>
      <p:ext uri="{BB962C8B-B14F-4D97-AF65-F5344CB8AC3E}">
        <p14:creationId xmlns:p14="http://schemas.microsoft.com/office/powerpoint/2010/main" val="1405629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extShape 1">
            <a:extLst>
              <a:ext uri="{7AF3C720-403D-4EE8-B260-D7CE29F00EE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CAE2079-996D-4287-B101-5DED7568FB6C}"/>
              </a:ext>
            </a:extLst>
          </p:cNvPr>
          <p:cNvSpPr txBox="1"/>
          <p:nvPr/>
        </p:nvSpPr>
        <p:spPr>
          <a:xfrm>
            <a:off x="-1356885" y="-25521"/>
            <a:ext cx="5776486" cy="837720"/>
          </a:xfrm>
          <a:prstGeom prst="rect">
            <a:avLst/>
          </a:prstGeom>
          <a:noFill/>
          <a:ln w="9360">
            <a:noFill/>
          </a:ln>
        </p:spPr>
        <p:txBody>
          <a:bodyPr rtlCol="0"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CONCLUSION</a:t>
            </a:r>
          </a:p>
        </p:txBody>
      </p:sp>
      <p:sp>
        <p:nvSpPr>
          <p:cNvPr id="3" name="TextShape 3">
            <a:extLst>
              <a:ext uri="{0F023CFB-0474-42F5-8969-7BAB76B57B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19A4E03-389A-42D6-AED8-7A1676125D38}"/>
              </a:ext>
            </a:extLst>
          </p:cNvPr>
          <p:cNvSpPr txBox="1"/>
          <p:nvPr/>
        </p:nvSpPr>
        <p:spPr>
          <a:xfrm>
            <a:off x="6553080" y="6356520"/>
            <a:ext cx="2133359" cy="364680"/>
          </a:xfrm>
          <a:prstGeom prst="rect">
            <a:avLst/>
          </a:prstGeom>
          <a:noFill/>
          <a:ln>
            <a:noFill/>
          </a:ln>
        </p:spPr>
        <p:txBody>
          <a:bodyPr rtlCol="0" anchor="ctr">
            <a:noAutofit/>
          </a:bodyPr>
          <a:lstStyle/>
          <a:p>
            <a:pPr algn="r">
              <a:lnSpc>
                <a:spcPct val="100000"/>
              </a:lnSpc>
            </a:pPr>
            <a:fld id="{8C894C40-F075-4C51-9080-5966E7E4C89D}" type="slidenum">
              <a:rPr>
                <a:latin typeface="Times New Roman" panose="02020603050405020304" pitchFamily="18" charset="0"/>
                <a:cs typeface="Times New Roman" panose="02020603050405020304" pitchFamily="18" charset="0"/>
              </a:rPr>
              <a:t>12</a:t>
            </a:fld>
            <a:endParaRPr lang="en-US" sz="12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4" name="TextShape 2">
            <a:extLst>
              <a:ext uri="{5E4843A5-BAB9-4E82-A25E-6FFA728D6EA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F713B40-E3A3-4688-9966-717F02CC6754}"/>
              </a:ext>
            </a:extLst>
          </p:cNvPr>
          <p:cNvSpPr txBox="1"/>
          <p:nvPr/>
        </p:nvSpPr>
        <p:spPr>
          <a:xfrm>
            <a:off x="533399" y="1143000"/>
            <a:ext cx="7620001" cy="3657600"/>
          </a:xfrm>
          <a:prstGeom prst="rect">
            <a:avLst/>
          </a:prstGeom>
          <a:noFill/>
          <a:ln w="9360">
            <a:noFill/>
          </a:ln>
        </p:spPr>
        <p:txBody>
          <a:bodyPr rtlCol="0">
            <a:noAutofit/>
          </a:bodyPr>
          <a:lstStyle/>
          <a:p>
            <a:pPr algn="l">
              <a:lnSpc>
                <a:spcPct val="150000"/>
              </a:lnSpc>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"Culinary Crafts" is an ambitious project that aims to provide an engaging and seamless user experience while addressing key challenges in real-time data handling, security, scalability, and media management. By implementing efficient solutions such as leveraging </a:t>
            </a:r>
            <a:r>
              <a:rPr lang="en-GB" sz="1600" b="1" dirty="0">
                <a:latin typeface="Times New Roman" panose="02020603050405020304" pitchFamily="18" charset="0"/>
                <a:cs typeface="Times New Roman" panose="02020603050405020304" pitchFamily="18" charset="0"/>
              </a:rPr>
              <a:t>MongoDB's</a:t>
            </a:r>
            <a:r>
              <a:rPr lang="en-GB" sz="1600" dirty="0">
                <a:latin typeface="Times New Roman" panose="02020603050405020304" pitchFamily="18" charset="0"/>
                <a:cs typeface="Times New Roman" panose="02020603050405020304" pitchFamily="18" charset="0"/>
              </a:rPr>
              <a:t> for storing large media files, using encryption for secure data storage, and optimizing performance with techniques like image compression and lazy loading, the platform will offer users a rich and interactive food-related experience. With a focus on security, performance, and scalability, the project is well-equipped to handle growth and evolving user demands, ensuring a robust and future-proof platform.</a:t>
            </a:r>
            <a:endParaRPr lang="en-US" sz="1600" b="0" i="0" dirty="0">
              <a:solidFill>
                <a:srgbClr val="111111"/>
              </a:solidFill>
              <a:effectLst/>
              <a:latin typeface="Times New Roman" panose="02020603050405020304" pitchFamily="18" charset="0"/>
              <a:cs typeface="Times New Roman" panose="02020603050405020304" pitchFamily="18" charset="0"/>
            </a:endParaRPr>
          </a:p>
        </p:txBody>
      </p:sp>
    </p:spTree>
    <p:extLst>
      <p:ext uri="{55BFAAAF-8B53-42BE-9435-6FCDD3E07624}">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C64EC-7664-62E7-0002-45D778E890A4}"/>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0C5247CB-5F91-FE7B-8ADC-469EE72DC374}"/>
              </a:ext>
              <a:ext uri="{7AF3C720-403D-4EE8-B260-D7CE29F00EE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CAE2079-996D-4287-B101-5DED7568FB6C}"/>
              </a:ext>
            </a:extLst>
          </p:cNvPr>
          <p:cNvSpPr txBox="1"/>
          <p:nvPr/>
        </p:nvSpPr>
        <p:spPr>
          <a:xfrm>
            <a:off x="-1356885" y="-25521"/>
            <a:ext cx="5776486" cy="837720"/>
          </a:xfrm>
          <a:prstGeom prst="rect">
            <a:avLst/>
          </a:prstGeom>
          <a:noFill/>
          <a:ln w="9360">
            <a:noFill/>
          </a:ln>
        </p:spPr>
        <p:txBody>
          <a:bodyPr rtlCol="0" anchor="ctr">
            <a:noAutofit/>
          </a:bodyPr>
          <a:lstStyle/>
          <a:p>
            <a:pPr algn="ctr">
              <a:lnSpc>
                <a:spcPct val="100000"/>
              </a:lnSpc>
            </a:pPr>
            <a:r>
              <a:rPr lang="en-US" sz="3200" dirty="0">
                <a:solidFill>
                  <a:srgbClr val="000000"/>
                </a:solidFill>
                <a:latin typeface="Canva Sans"/>
                <a:ea typeface="Canva Sans"/>
                <a:cs typeface="Canva Sans"/>
                <a:sym typeface="Canva Sans"/>
              </a:rPr>
              <a:t>REFERENCE</a:t>
            </a:r>
            <a:endParaRPr lang="en" sz="3200" dirty="0">
              <a:latin typeface="Times New Roman" panose="02020603050405020304" pitchFamily="18" charset="0"/>
              <a:cs typeface="Times New Roman" panose="02020603050405020304" pitchFamily="18" charset="0"/>
            </a:endParaRPr>
          </a:p>
        </p:txBody>
      </p:sp>
      <p:sp>
        <p:nvSpPr>
          <p:cNvPr id="3" name="TextShape 3">
            <a:extLst>
              <a:ext uri="{FF2B5EF4-FFF2-40B4-BE49-F238E27FC236}">
                <a16:creationId xmlns:a16="http://schemas.microsoft.com/office/drawing/2014/main" id="{E99884A3-8F33-E6BF-A9B0-7C8383C37D5E}"/>
              </a:ext>
              <a:ext uri="{0F023CFB-0474-42F5-8969-7BAB76B57B7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19A4E03-389A-42D6-AED8-7A1676125D38}"/>
              </a:ext>
            </a:extLst>
          </p:cNvPr>
          <p:cNvSpPr txBox="1"/>
          <p:nvPr/>
        </p:nvSpPr>
        <p:spPr>
          <a:xfrm>
            <a:off x="6553080" y="6356520"/>
            <a:ext cx="2133359" cy="364680"/>
          </a:xfrm>
          <a:prstGeom prst="rect">
            <a:avLst/>
          </a:prstGeom>
          <a:noFill/>
          <a:ln>
            <a:noFill/>
          </a:ln>
        </p:spPr>
        <p:txBody>
          <a:bodyPr rtlCol="0" anchor="ctr">
            <a:noAutofit/>
          </a:bodyPr>
          <a:lstStyle/>
          <a:p>
            <a:pPr algn="r">
              <a:lnSpc>
                <a:spcPct val="100000"/>
              </a:lnSpc>
            </a:pPr>
            <a:fld id="{8C894C40-F075-4C51-9080-5966E7E4C89D}" type="slidenum">
              <a:rPr>
                <a:latin typeface="Times New Roman" panose="02020603050405020304" pitchFamily="18" charset="0"/>
                <a:cs typeface="Times New Roman" panose="02020603050405020304" pitchFamily="18" charset="0"/>
              </a:rPr>
              <a:t>13</a:t>
            </a:fld>
            <a:endParaRPr lang="en-US" sz="12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4" name="TextShape 2">
            <a:extLst>
              <a:ext uri="{FF2B5EF4-FFF2-40B4-BE49-F238E27FC236}">
                <a16:creationId xmlns:a16="http://schemas.microsoft.com/office/drawing/2014/main" id="{FECC3429-EB61-A90F-F09E-D5646FCD2C1E}"/>
              </a:ext>
              <a:ext uri="{5E4843A5-BAB9-4E82-A25E-6FFA728D6EA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713B40-E3A3-4688-9966-717F02CC6754}"/>
              </a:ext>
            </a:extLst>
          </p:cNvPr>
          <p:cNvSpPr txBox="1"/>
          <p:nvPr/>
        </p:nvSpPr>
        <p:spPr>
          <a:xfrm>
            <a:off x="533399" y="1143000"/>
            <a:ext cx="7620001" cy="5410200"/>
          </a:xfrm>
          <a:prstGeom prst="rect">
            <a:avLst/>
          </a:prstGeom>
          <a:noFill/>
          <a:ln w="9360">
            <a:noFill/>
          </a:ln>
        </p:spPr>
        <p:txBody>
          <a:bodyPr rtlCol="0">
            <a:noAutofit/>
          </a:bodyPr>
          <a:lstStyle/>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2" tooltip="https://nodejs.org/en/learn/getting-started/introduction-to-nodejs"/>
              </a:rPr>
              <a:t>https://nodejs.org/</a:t>
            </a:r>
            <a:r>
              <a:rPr lang="en-US" sz="1600" u="sng" dirty="0" err="1">
                <a:solidFill>
                  <a:srgbClr val="000000"/>
                </a:solidFill>
                <a:latin typeface="Times New Roman" panose="02020603050405020304" pitchFamily="18" charset="0"/>
                <a:ea typeface="Canva Sans"/>
                <a:cs typeface="Times New Roman" panose="02020603050405020304" pitchFamily="18" charset="0"/>
                <a:sym typeface="Canva Sans"/>
                <a:hlinkClick r:id="rId2" tooltip="https://nodejs.org/en/learn/getting-started/introduction-to-nodejs"/>
              </a:rPr>
              <a:t>en</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2" tooltip="https://nodejs.org/en/learn/getting-started/introduction-to-nodejs"/>
              </a:rPr>
              <a:t>/learn/getting-started/introduction-to-</a:t>
            </a:r>
            <a:r>
              <a:rPr lang="en-US" sz="1600" u="sng" dirty="0" err="1">
                <a:solidFill>
                  <a:srgbClr val="000000"/>
                </a:solidFill>
                <a:latin typeface="Times New Roman" panose="02020603050405020304" pitchFamily="18" charset="0"/>
                <a:ea typeface="Canva Sans"/>
                <a:cs typeface="Times New Roman" panose="02020603050405020304" pitchFamily="18" charset="0"/>
                <a:sym typeface="Canva Sans"/>
                <a:hlinkClick r:id="rId2" tooltip="https://nodejs.org/en/learn/getting-started/introduction-to-nodejs"/>
              </a:rPr>
              <a:t>nodejs</a:t>
            </a:r>
            <a:endPar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2" tooltip="https://nodejs.org/en/learn/getting-started/introduction-to-nodejs"/>
            </a:endParaRPr>
          </a:p>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3" tooltip="https://netninja.dev/p/node-js-crash-course"/>
              </a:rPr>
              <a:t>https://netninja.dev/p/node-js-crash-course</a:t>
            </a:r>
          </a:p>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4" tooltip="https://www.mongodb.com/docs/"/>
              </a:rPr>
              <a:t>https://www.mongodb.com/docs/</a:t>
            </a:r>
          </a:p>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5" tooltip="https://www.npmjs.com/"/>
              </a:rPr>
              <a:t>https://www.npmjs.com/</a:t>
            </a:r>
          </a:p>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6" tooltip="https://mongoosejs.com/"/>
              </a:rPr>
              <a:t>https://mongoosejs.com/</a:t>
            </a:r>
          </a:p>
          <a:p>
            <a:pPr marL="734059" lvl="1" indent="-367030" algn="just">
              <a:lnSpc>
                <a:spcPts val="4759"/>
              </a:lnSpc>
              <a:buFont typeface="Arial"/>
              <a:buChar char="•"/>
            </a:pPr>
            <a:r>
              <a:rPr lang="en-US" sz="1600" dirty="0">
                <a:solidFill>
                  <a:srgbClr val="000000"/>
                </a:solidFill>
                <a:latin typeface="Times New Roman" panose="02020603050405020304" pitchFamily="18" charset="0"/>
                <a:ea typeface="Canva Sans"/>
                <a:cs typeface="Times New Roman" panose="02020603050405020304" pitchFamily="18" charset="0"/>
                <a:sym typeface="Canva Sans"/>
              </a:rPr>
              <a:t>·</a:t>
            </a:r>
            <a:r>
              <a:rPr lang="en-US" sz="1600" u="sng" dirty="0">
                <a:solidFill>
                  <a:srgbClr val="000000"/>
                </a:solidFill>
                <a:latin typeface="Times New Roman" panose="02020603050405020304" pitchFamily="18" charset="0"/>
                <a:ea typeface="Canva Sans"/>
                <a:cs typeface="Times New Roman" panose="02020603050405020304" pitchFamily="18" charset="0"/>
                <a:sym typeface="Canva Sans"/>
                <a:hlinkClick r:id="rId7" tooltip="https://www.mongodb.com/atlas"/>
              </a:rPr>
              <a:t>https://www.mongodb.com/atlas</a:t>
            </a:r>
          </a:p>
        </p:txBody>
      </p:sp>
    </p:spTree>
    <p:extLst>
      <p:ext uri="{BB962C8B-B14F-4D97-AF65-F5344CB8AC3E}">
        <p14:creationId xmlns:p14="http://schemas.microsoft.com/office/powerpoint/2010/main" val="2398573024"/>
      </p:ext>
      <p:ext uri="{55BFAAAF-8B53-42BE-9435-6FCDD3E0762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2545157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extShape 1">
            <a:extLst>
              <a:ext uri="{EB3431F4-4BB7-4DBF-B92F-27F43EDC845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EA175CE-BDA2-4440-8674-D07C356B121B}"/>
              </a:ext>
            </a:extLst>
          </p:cNvPr>
          <p:cNvSpPr txBox="1"/>
          <p:nvPr/>
        </p:nvSpPr>
        <p:spPr>
          <a:xfrm>
            <a:off x="1297577" y="2821578"/>
            <a:ext cx="6705598" cy="1410788"/>
          </a:xfrm>
          <a:prstGeom prst="rect">
            <a:avLst/>
          </a:prstGeom>
          <a:noFill/>
          <a:ln w="9360">
            <a:noFill/>
          </a:ln>
        </p:spPr>
        <p:txBody>
          <a:bodyPr rtlCol="0"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p>
        </p:txBody>
      </p:sp>
      <p:sp>
        <p:nvSpPr>
          <p:cNvPr id="3" name="TextShape 3">
            <a:extLst>
              <a:ext uri="{9AE72409-A8FA-4E43-9D86-979837CD1B1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8857C45-BED2-4DCB-A2CB-898C12BC84DB}"/>
              </a:ext>
            </a:extLst>
          </p:cNvPr>
          <p:cNvSpPr txBox="1"/>
          <p:nvPr/>
        </p:nvSpPr>
        <p:spPr>
          <a:xfrm>
            <a:off x="6553080" y="6356520"/>
            <a:ext cx="2133359" cy="364680"/>
          </a:xfrm>
          <a:prstGeom prst="rect">
            <a:avLst/>
          </a:prstGeom>
          <a:noFill/>
          <a:ln>
            <a:noFill/>
          </a:ln>
        </p:spPr>
        <p:txBody>
          <a:bodyPr rtlCol="0" anchor="ctr">
            <a:noAutofit/>
          </a:bodyPr>
          <a:lstStyle/>
          <a:p>
            <a:pPr algn="r">
              <a:lnSpc>
                <a:spcPct val="100000"/>
              </a:lnSpc>
            </a:pPr>
            <a:fld id="{95BE67F7-BE2F-4DA4-B472-9D5EE5A83C0C}" type="slidenum">
              <a:rPr>
                <a:latin typeface="Times New Roman" panose="02020603050405020304" pitchFamily="18" charset="0"/>
                <a:cs typeface="Times New Roman" panose="02020603050405020304" pitchFamily="18" charset="0"/>
              </a:rPr>
              <a:t>14</a:t>
            </a:fld>
            <a:endParaRPr lang="en-US" sz="1200" b="1" strike="noStrike" spc="-1" dirty="0">
              <a:solidFill>
                <a:srgbClr val="000000"/>
              </a:solidFill>
              <a:latin typeface="Times New Roman" panose="02020603050405020304" pitchFamily="18" charset="0"/>
              <a:cs typeface="Times New Roman" panose="02020603050405020304" pitchFamily="18" charset="0"/>
            </a:endParaRPr>
          </a:p>
        </p:txBody>
      </p:sp>
    </p:spTree>
    <p:extLst>
      <p:ext uri="{D8681DED-C0B5-4A01-AA0A-4C71C5C739F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254515705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miter lim="800000"/>
        </a:ln>
        <a:ln w="25400" cap="flat">
          <a:solidFill>
            <a:schemeClr val="phClr"/>
          </a:solidFill>
          <a:prstDash val="solid"/>
          <a:miter lim="800000"/>
        </a:ln>
        <a:ln w="3810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miter lim="800000"/>
        </a:ln>
        <a:ln w="25400" cap="flat">
          <a:solidFill>
            <a:schemeClr val="phClr"/>
          </a:solidFill>
          <a:prstDash val="solid"/>
          <a:miter lim="800000"/>
        </a:ln>
        <a:ln w="3810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1130</Words>
  <Application>Microsoft Office PowerPoint</Application>
  <PresentationFormat>On-screen Show (4:3)</PresentationFormat>
  <Paragraphs>111</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Arial</vt:lpstr>
      <vt:lpstr>Canva Sans</vt:lpstr>
      <vt:lpstr>Times New Roman</vt:lpstr>
      <vt:lpstr>Office Theme</vt:lpstr>
      <vt:lpstr>PowerPoint Presentation</vt:lpstr>
      <vt:lpstr>Introduction</vt:lpstr>
      <vt:lpstr>PowerPoint Presentation</vt:lpstr>
      <vt:lpstr>PowerPoint Presentation</vt:lpstr>
      <vt:lpstr>Key Features &amp; Functionalities</vt:lpstr>
      <vt:lpstr>PowerPoint Presentation</vt:lpstr>
      <vt:lpstr>Challenges &amp; Solution</vt:lpstr>
      <vt:lpstr>TECH - STACK</vt:lpstr>
      <vt:lpstr>ARCHITECTURE</vt:lpstr>
      <vt:lpstr>Screenshot</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Samridhi's PC</dc:creator>
  <cp:lastModifiedBy>Shunsuke ‎‎‎‎‎</cp:lastModifiedBy>
  <cp:revision>23</cp:revision>
  <dcterms:created xsi:type="dcterms:W3CDTF">2024-09-04T17:18:57Z</dcterms:created>
  <dcterms:modified xsi:type="dcterms:W3CDTF">2025-09-16T09:03:51Z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2025-03-05T13:25:40Z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2113a880-ca86-4b73-9e00-653b69c61387</vt:lpwstr>
  </property>
  <property fmtid="{D5CDD505-2E9C-101B-9397-08002B2CF9AE}" pid="7" name="MSIP_Label_defa4170-0d19-0005-0004-bc88714345d2_ActionId">
    <vt:lpwstr>dd5f52d6-d775-45ab-b1e6-25ea1705079e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